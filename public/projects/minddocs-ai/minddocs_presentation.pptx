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6413"/>
  <p:notesSz cx="12192000" cy="11061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45D27-F743-458F-DF33-637B3F8BE4BF}" v="96" dt="2025-08-01T07:05:22.8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hivraj Bhakat" userId="S::kumarshivraj.bhakat@navikenz.com::659b5616-86ac-4aab-9f75-aa4f05b49f32" providerId="AD" clId="Web-{20045D27-F743-458F-DF33-637B3F8BE4BF}"/>
    <pc:docChg chg="modSld">
      <pc:chgData name="Kumar Shivraj Bhakat" userId="S::kumarshivraj.bhakat@navikenz.com::659b5616-86ac-4aab-9f75-aa4f05b49f32" providerId="AD" clId="Web-{20045D27-F743-458F-DF33-637B3F8BE4BF}" dt="2025-08-01T07:05:22.857" v="77" actId="14100"/>
      <pc:docMkLst>
        <pc:docMk/>
      </pc:docMkLst>
      <pc:sldChg chg="delSp">
        <pc:chgData name="Kumar Shivraj Bhakat" userId="S::kumarshivraj.bhakat@navikenz.com::659b5616-86ac-4aab-9f75-aa4f05b49f32" providerId="AD" clId="Web-{20045D27-F743-458F-DF33-637B3F8BE4BF}" dt="2025-08-01T07:00:18.142" v="10"/>
        <pc:sldMkLst>
          <pc:docMk/>
          <pc:sldMk cId="0" sldId="256"/>
        </pc:sldMkLst>
        <pc:spChg chg="del">
          <ac:chgData name="Kumar Shivraj Bhakat" userId="S::kumarshivraj.bhakat@navikenz.com::659b5616-86ac-4aab-9f75-aa4f05b49f32" providerId="AD" clId="Web-{20045D27-F743-458F-DF33-637B3F8BE4BF}" dt="2025-08-01T07:00:10.892" v="9"/>
          <ac:spMkLst>
            <pc:docMk/>
            <pc:sldMk cId="0" sldId="256"/>
            <ac:spMk id="13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0:18.142" v="10"/>
          <ac:grpSpMkLst>
            <pc:docMk/>
            <pc:sldMk cId="0" sldId="256"/>
            <ac:grpSpMk id="9" creationId="{00000000-0000-0000-0000-000000000000}"/>
          </ac:grpSpMkLst>
        </pc:grpChg>
      </pc:sldChg>
      <pc:sldChg chg="addSp modSp">
        <pc:chgData name="Kumar Shivraj Bhakat" userId="S::kumarshivraj.bhakat@navikenz.com::659b5616-86ac-4aab-9f75-aa4f05b49f32" providerId="AD" clId="Web-{20045D27-F743-458F-DF33-637B3F8BE4BF}" dt="2025-08-01T06:58:48.781" v="1" actId="14100"/>
        <pc:sldMkLst>
          <pc:docMk/>
          <pc:sldMk cId="0" sldId="257"/>
        </pc:sldMkLst>
        <pc:picChg chg="add mod">
          <ac:chgData name="Kumar Shivraj Bhakat" userId="S::kumarshivraj.bhakat@navikenz.com::659b5616-86ac-4aab-9f75-aa4f05b49f32" providerId="AD" clId="Web-{20045D27-F743-458F-DF33-637B3F8BE4BF}" dt="2025-08-01T06:58:48.781" v="1" actId="14100"/>
          <ac:picMkLst>
            <pc:docMk/>
            <pc:sldMk cId="0" sldId="257"/>
            <ac:picMk id="30" creationId="{373ABA51-E853-C649-1F11-F7FEF8B2D24D}"/>
          </ac:picMkLst>
        </pc:picChg>
      </pc:sldChg>
      <pc:sldChg chg="delSp">
        <pc:chgData name="Kumar Shivraj Bhakat" userId="S::kumarshivraj.bhakat@navikenz.com::659b5616-86ac-4aab-9f75-aa4f05b49f32" providerId="AD" clId="Web-{20045D27-F743-458F-DF33-637B3F8BE4BF}" dt="2025-08-01T07:00:26.283" v="12"/>
        <pc:sldMkLst>
          <pc:docMk/>
          <pc:sldMk cId="0" sldId="258"/>
        </pc:sldMkLst>
        <pc:spChg chg="del">
          <ac:chgData name="Kumar Shivraj Bhakat" userId="S::kumarshivraj.bhakat@navikenz.com::659b5616-86ac-4aab-9f75-aa4f05b49f32" providerId="AD" clId="Web-{20045D27-F743-458F-DF33-637B3F8BE4BF}" dt="2025-08-01T07:00:24.549" v="11"/>
          <ac:spMkLst>
            <pc:docMk/>
            <pc:sldMk cId="0" sldId="258"/>
            <ac:spMk id="21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0:26.283" v="12"/>
          <ac:grpSpMkLst>
            <pc:docMk/>
            <pc:sldMk cId="0" sldId="258"/>
            <ac:grpSpMk id="18" creationId="{00000000-0000-0000-0000-000000000000}"/>
          </ac:grpSpMkLst>
        </pc:grpChg>
      </pc:sldChg>
      <pc:sldChg chg="delSp">
        <pc:chgData name="Kumar Shivraj Bhakat" userId="S::kumarshivraj.bhakat@navikenz.com::659b5616-86ac-4aab-9f75-aa4f05b49f32" providerId="AD" clId="Web-{20045D27-F743-458F-DF33-637B3F8BE4BF}" dt="2025-08-01T07:00:41.317" v="15"/>
        <pc:sldMkLst>
          <pc:docMk/>
          <pc:sldMk cId="0" sldId="259"/>
        </pc:sldMkLst>
        <pc:spChg chg="topLvl">
          <ac:chgData name="Kumar Shivraj Bhakat" userId="S::kumarshivraj.bhakat@navikenz.com::659b5616-86ac-4aab-9f75-aa4f05b49f32" providerId="AD" clId="Web-{20045D27-F743-458F-DF33-637B3F8BE4BF}" dt="2025-08-01T07:00:41.317" v="15"/>
          <ac:spMkLst>
            <pc:docMk/>
            <pc:sldMk cId="0" sldId="259"/>
            <ac:spMk id="23" creationId="{00000000-0000-0000-0000-000000000000}"/>
          </ac:spMkLst>
        </pc:spChg>
        <pc:spChg chg="del">
          <ac:chgData name="Kumar Shivraj Bhakat" userId="S::kumarshivraj.bhakat@navikenz.com::659b5616-86ac-4aab-9f75-aa4f05b49f32" providerId="AD" clId="Web-{20045D27-F743-458F-DF33-637B3F8BE4BF}" dt="2025-08-01T07:00:37.723" v="14"/>
          <ac:spMkLst>
            <pc:docMk/>
            <pc:sldMk cId="0" sldId="259"/>
            <ac:spMk id="24" creationId="{00000000-0000-0000-0000-000000000000}"/>
          </ac:spMkLst>
        </pc:spChg>
        <pc:spChg chg="del">
          <ac:chgData name="Kumar Shivraj Bhakat" userId="S::kumarshivraj.bhakat@navikenz.com::659b5616-86ac-4aab-9f75-aa4f05b49f32" providerId="AD" clId="Web-{20045D27-F743-458F-DF33-637B3F8BE4BF}" dt="2025-08-01T07:00:33.238" v="13"/>
          <ac:spMkLst>
            <pc:docMk/>
            <pc:sldMk cId="0" sldId="259"/>
            <ac:spMk id="26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0:41.317" v="15"/>
          <ac:grpSpMkLst>
            <pc:docMk/>
            <pc:sldMk cId="0" sldId="259"/>
            <ac:grpSpMk id="22" creationId="{00000000-0000-0000-0000-000000000000}"/>
          </ac:grpSpMkLst>
        </pc:grpChg>
        <pc:picChg chg="del topLvl">
          <ac:chgData name="Kumar Shivraj Bhakat" userId="S::kumarshivraj.bhakat@navikenz.com::659b5616-86ac-4aab-9f75-aa4f05b49f32" providerId="AD" clId="Web-{20045D27-F743-458F-DF33-637B3F8BE4BF}" dt="2025-08-01T07:00:41.317" v="15"/>
          <ac:picMkLst>
            <pc:docMk/>
            <pc:sldMk cId="0" sldId="259"/>
            <ac:picMk id="25" creationId="{00000000-0000-0000-0000-000000000000}"/>
          </ac:picMkLst>
        </pc:picChg>
      </pc:sldChg>
      <pc:sldChg chg="delSp modSp">
        <pc:chgData name="Kumar Shivraj Bhakat" userId="S::kumarshivraj.bhakat@navikenz.com::659b5616-86ac-4aab-9f75-aa4f05b49f32" providerId="AD" clId="Web-{20045D27-F743-458F-DF33-637B3F8BE4BF}" dt="2025-08-01T07:01:05.916" v="18"/>
        <pc:sldMkLst>
          <pc:docMk/>
          <pc:sldMk cId="0" sldId="260"/>
        </pc:sldMkLst>
        <pc:spChg chg="del">
          <ac:chgData name="Kumar Shivraj Bhakat" userId="S::kumarshivraj.bhakat@navikenz.com::659b5616-86ac-4aab-9f75-aa4f05b49f32" providerId="AD" clId="Web-{20045D27-F743-458F-DF33-637B3F8BE4BF}" dt="2025-08-01T07:01:05.916" v="18"/>
          <ac:spMkLst>
            <pc:docMk/>
            <pc:sldMk cId="0" sldId="260"/>
            <ac:spMk id="32" creationId="{00000000-0000-0000-0000-000000000000}"/>
          </ac:spMkLst>
        </pc:spChg>
        <pc:spChg chg="del mod">
          <ac:chgData name="Kumar Shivraj Bhakat" userId="S::kumarshivraj.bhakat@navikenz.com::659b5616-86ac-4aab-9f75-aa4f05b49f32" providerId="AD" clId="Web-{20045D27-F743-458F-DF33-637B3F8BE4BF}" dt="2025-08-01T07:01:04.135" v="17"/>
          <ac:spMkLst>
            <pc:docMk/>
            <pc:sldMk cId="0" sldId="260"/>
            <ac:spMk id="34" creationId="{00000000-0000-0000-0000-000000000000}"/>
          </ac:spMkLst>
        </pc:spChg>
      </pc:sldChg>
      <pc:sldChg chg="delSp modSp">
        <pc:chgData name="Kumar Shivraj Bhakat" userId="S::kumarshivraj.bhakat@navikenz.com::659b5616-86ac-4aab-9f75-aa4f05b49f32" providerId="AD" clId="Web-{20045D27-F743-458F-DF33-637B3F8BE4BF}" dt="2025-08-01T07:01:23.607" v="21"/>
        <pc:sldMkLst>
          <pc:docMk/>
          <pc:sldMk cId="0" sldId="262"/>
        </pc:sldMkLst>
        <pc:spChg chg="del mod">
          <ac:chgData name="Kumar Shivraj Bhakat" userId="S::kumarshivraj.bhakat@navikenz.com::659b5616-86ac-4aab-9f75-aa4f05b49f32" providerId="AD" clId="Web-{20045D27-F743-458F-DF33-637B3F8BE4BF}" dt="2025-08-01T07:01:23.607" v="21"/>
          <ac:spMkLst>
            <pc:docMk/>
            <pc:sldMk cId="0" sldId="262"/>
            <ac:spMk id="28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1:17.106" v="19"/>
          <ac:grpSpMkLst>
            <pc:docMk/>
            <pc:sldMk cId="0" sldId="262"/>
            <ac:grpSpMk id="25" creationId="{00000000-0000-0000-0000-000000000000}"/>
          </ac:grpSpMkLst>
        </pc:grpChg>
      </pc:sldChg>
      <pc:sldChg chg="delSp modSp">
        <pc:chgData name="Kumar Shivraj Bhakat" userId="S::kumarshivraj.bhakat@navikenz.com::659b5616-86ac-4aab-9f75-aa4f05b49f32" providerId="AD" clId="Web-{20045D27-F743-458F-DF33-637B3F8BE4BF}" dt="2025-08-01T07:03:39.112" v="40"/>
        <pc:sldMkLst>
          <pc:docMk/>
          <pc:sldMk cId="0" sldId="263"/>
        </pc:sldMkLst>
        <pc:spChg chg="mod">
          <ac:chgData name="Kumar Shivraj Bhakat" userId="S::kumarshivraj.bhakat@navikenz.com::659b5616-86ac-4aab-9f75-aa4f05b49f32" providerId="AD" clId="Web-{20045D27-F743-458F-DF33-637B3F8BE4BF}" dt="2025-08-01T07:03:39.112" v="40"/>
          <ac:spMkLst>
            <pc:docMk/>
            <pc:sldMk cId="0" sldId="263"/>
            <ac:spMk id="3" creationId="{00000000-0000-0000-0000-000000000000}"/>
          </ac:spMkLst>
        </pc:spChg>
        <pc:spChg chg="del">
          <ac:chgData name="Kumar Shivraj Bhakat" userId="S::kumarshivraj.bhakat@navikenz.com::659b5616-86ac-4aab-9f75-aa4f05b49f32" providerId="AD" clId="Web-{20045D27-F743-458F-DF33-637B3F8BE4BF}" dt="2025-08-01T07:01:28.514" v="22"/>
          <ac:spMkLst>
            <pc:docMk/>
            <pc:sldMk cId="0" sldId="263"/>
            <ac:spMk id="20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1:29.858" v="23"/>
          <ac:grpSpMkLst>
            <pc:docMk/>
            <pc:sldMk cId="0" sldId="263"/>
            <ac:grpSpMk id="17" creationId="{00000000-0000-0000-0000-000000000000}"/>
          </ac:grpSpMkLst>
        </pc:grpChg>
        <pc:picChg chg="mod">
          <ac:chgData name="Kumar Shivraj Bhakat" userId="S::kumarshivraj.bhakat@navikenz.com::659b5616-86ac-4aab-9f75-aa4f05b49f32" providerId="AD" clId="Web-{20045D27-F743-458F-DF33-637B3F8BE4BF}" dt="2025-08-01T07:02:22.258" v="34" actId="1076"/>
          <ac:picMkLst>
            <pc:docMk/>
            <pc:sldMk cId="0" sldId="263"/>
            <ac:picMk id="2" creationId="{00000000-0000-0000-0000-000000000000}"/>
          </ac:picMkLst>
        </pc:picChg>
      </pc:sldChg>
      <pc:sldChg chg="modSp">
        <pc:chgData name="Kumar Shivraj Bhakat" userId="S::kumarshivraj.bhakat@navikenz.com::659b5616-86ac-4aab-9f75-aa4f05b49f32" providerId="AD" clId="Web-{20045D27-F743-458F-DF33-637B3F8BE4BF}" dt="2025-08-01T07:05:22.857" v="77" actId="14100"/>
        <pc:sldMkLst>
          <pc:docMk/>
          <pc:sldMk cId="0" sldId="264"/>
        </pc:sldMkLst>
        <pc:spChg chg="mod">
          <ac:chgData name="Kumar Shivraj Bhakat" userId="S::kumarshivraj.bhakat@navikenz.com::659b5616-86ac-4aab-9f75-aa4f05b49f32" providerId="AD" clId="Web-{20045D27-F743-458F-DF33-637B3F8BE4BF}" dt="2025-08-01T07:05:22.857" v="77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6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5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4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1.357" v="47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3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2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1.420" v="50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1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70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1.482" v="53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69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68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1.545" v="56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67" actId="1410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66" actId="1410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1.607" v="59" actId="1410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Kumar Shivraj Bhakat" userId="S::kumarshivraj.bhakat@navikenz.com::659b5616-86ac-4aab-9f75-aa4f05b49f32" providerId="AD" clId="Web-{20045D27-F743-458F-DF33-637B3F8BE4BF}" dt="2025-08-01T07:05:22.857" v="65" actId="14100"/>
          <ac:spMkLst>
            <pc:docMk/>
            <pc:sldMk cId="0" sldId="264"/>
            <ac:spMk id="19" creationId="{00000000-0000-0000-0000-000000000000}"/>
          </ac:spMkLst>
        </pc:spChg>
        <pc:grpChg chg="mod">
          <ac:chgData name="Kumar Shivraj Bhakat" userId="S::kumarshivraj.bhakat@navikenz.com::659b5616-86ac-4aab-9f75-aa4f05b49f32" providerId="AD" clId="Web-{20045D27-F743-458F-DF33-637B3F8BE4BF}" dt="2025-08-01T07:05:22.857" v="64" actId="14100"/>
          <ac:grpSpMkLst>
            <pc:docMk/>
            <pc:sldMk cId="0" sldId="264"/>
            <ac:grpSpMk id="33" creationId="{00000000-0000-0000-0000-000000000000}"/>
          </ac:grpSpMkLst>
        </pc:grpChg>
        <pc:grpChg chg="mod">
          <ac:chgData name="Kumar Shivraj Bhakat" userId="S::kumarshivraj.bhakat@navikenz.com::659b5616-86ac-4aab-9f75-aa4f05b49f32" providerId="AD" clId="Web-{20045D27-F743-458F-DF33-637B3F8BE4BF}" dt="2025-08-01T07:05:22.857" v="63" actId="14100"/>
          <ac:grpSpMkLst>
            <pc:docMk/>
            <pc:sldMk cId="0" sldId="264"/>
            <ac:grpSpMk id="36" creationId="{00000000-0000-0000-0000-000000000000}"/>
          </ac:grpSpMkLst>
        </pc:grpChg>
      </pc:sldChg>
      <pc:sldChg chg="delSp modSp">
        <pc:chgData name="Kumar Shivraj Bhakat" userId="S::kumarshivraj.bhakat@navikenz.com::659b5616-86ac-4aab-9f75-aa4f05b49f32" providerId="AD" clId="Web-{20045D27-F743-458F-DF33-637B3F8BE4BF}" dt="2025-08-01T07:01:38.547" v="26"/>
        <pc:sldMkLst>
          <pc:docMk/>
          <pc:sldMk cId="0" sldId="265"/>
        </pc:sldMkLst>
        <pc:spChg chg="del mod">
          <ac:chgData name="Kumar Shivraj Bhakat" userId="S::kumarshivraj.bhakat@navikenz.com::659b5616-86ac-4aab-9f75-aa4f05b49f32" providerId="AD" clId="Web-{20045D27-F743-458F-DF33-637B3F8BE4BF}" dt="2025-08-01T07:01:37.016" v="25"/>
          <ac:spMkLst>
            <pc:docMk/>
            <pc:sldMk cId="0" sldId="265"/>
            <ac:spMk id="34" creationId="{00000000-0000-0000-0000-000000000000}"/>
          </ac:spMkLst>
        </pc:spChg>
        <pc:grpChg chg="del">
          <ac:chgData name="Kumar Shivraj Bhakat" userId="S::kumarshivraj.bhakat@navikenz.com::659b5616-86ac-4aab-9f75-aa4f05b49f32" providerId="AD" clId="Web-{20045D27-F743-458F-DF33-637B3F8BE4BF}" dt="2025-08-01T07:01:38.547" v="26"/>
          <ac:grpSpMkLst>
            <pc:docMk/>
            <pc:sldMk cId="0" sldId="265"/>
            <ac:grpSpMk id="31" creationId="{00000000-0000-0000-0000-000000000000}"/>
          </ac:grpSpMkLst>
        </pc:grpChg>
      </pc:sldChg>
      <pc:sldChg chg="addSp delSp modSp">
        <pc:chgData name="Kumar Shivraj Bhakat" userId="S::kumarshivraj.bhakat@navikenz.com::659b5616-86ac-4aab-9f75-aa4f05b49f32" providerId="AD" clId="Web-{20045D27-F743-458F-DF33-637B3F8BE4BF}" dt="2025-08-01T07:02:14.522" v="33" actId="1076"/>
        <pc:sldMkLst>
          <pc:docMk/>
          <pc:sldMk cId="0" sldId="266"/>
        </pc:sldMkLst>
        <pc:spChg chg="del mod">
          <ac:chgData name="Kumar Shivraj Bhakat" userId="S::kumarshivraj.bhakat@navikenz.com::659b5616-86ac-4aab-9f75-aa4f05b49f32" providerId="AD" clId="Web-{20045D27-F743-458F-DF33-637B3F8BE4BF}" dt="2025-08-01T07:01:57.551" v="29"/>
          <ac:spMkLst>
            <pc:docMk/>
            <pc:sldMk cId="0" sldId="266"/>
            <ac:spMk id="32" creationId="{00000000-0000-0000-0000-000000000000}"/>
          </ac:spMkLst>
        </pc:spChg>
        <pc:grpChg chg="mod">
          <ac:chgData name="Kumar Shivraj Bhakat" userId="S::kumarshivraj.bhakat@navikenz.com::659b5616-86ac-4aab-9f75-aa4f05b49f32" providerId="AD" clId="Web-{20045D27-F743-458F-DF33-637B3F8BE4BF}" dt="2025-08-01T07:02:14.522" v="33" actId="1076"/>
          <ac:grpSpMkLst>
            <pc:docMk/>
            <pc:sldMk cId="0" sldId="266"/>
            <ac:grpSpMk id="11" creationId="{00000000-0000-0000-0000-000000000000}"/>
          </ac:grpSpMkLst>
        </pc:grpChg>
        <pc:grpChg chg="del">
          <ac:chgData name="Kumar Shivraj Bhakat" userId="S::kumarshivraj.bhakat@navikenz.com::659b5616-86ac-4aab-9f75-aa4f05b49f32" providerId="AD" clId="Web-{20045D27-F743-458F-DF33-637B3F8BE4BF}" dt="2025-08-01T07:01:55.816" v="28"/>
          <ac:grpSpMkLst>
            <pc:docMk/>
            <pc:sldMk cId="0" sldId="266"/>
            <ac:grpSpMk id="28" creationId="{00000000-0000-0000-0000-000000000000}"/>
          </ac:grpSpMkLst>
        </pc:grpChg>
        <pc:picChg chg="mod">
          <ac:chgData name="Kumar Shivraj Bhakat" userId="S::kumarshivraj.bhakat@navikenz.com::659b5616-86ac-4aab-9f75-aa4f05b49f32" providerId="AD" clId="Web-{20045D27-F743-458F-DF33-637B3F8BE4BF}" dt="2025-08-01T07:02:08.318" v="32" actId="1076"/>
          <ac:picMkLst>
            <pc:docMk/>
            <pc:sldMk cId="0" sldId="266"/>
            <ac:picMk id="13" creationId="{00000000-0000-0000-0000-000000000000}"/>
          </ac:picMkLst>
        </pc:picChg>
        <pc:picChg chg="add mod">
          <ac:chgData name="Kumar Shivraj Bhakat" userId="S::kumarshivraj.bhakat@navikenz.com::659b5616-86ac-4aab-9f75-aa4f05b49f32" providerId="AD" clId="Web-{20045D27-F743-458F-DF33-637B3F8BE4BF}" dt="2025-08-01T06:59:16.938" v="5" actId="14100"/>
          <ac:picMkLst>
            <pc:docMk/>
            <pc:sldMk cId="0" sldId="266"/>
            <ac:picMk id="33" creationId="{BA8B6C49-3C03-D1FA-A055-ADEE59568AD0}"/>
          </ac:picMkLst>
        </pc:picChg>
      </pc:sldChg>
      <pc:sldChg chg="addSp modSp">
        <pc:chgData name="Kumar Shivraj Bhakat" userId="S::kumarshivraj.bhakat@navikenz.com::659b5616-86ac-4aab-9f75-aa4f05b49f32" providerId="AD" clId="Web-{20045D27-F743-458F-DF33-637B3F8BE4BF}" dt="2025-08-01T06:59:45.048" v="8" actId="1076"/>
        <pc:sldMkLst>
          <pc:docMk/>
          <pc:sldMk cId="0" sldId="268"/>
        </pc:sldMkLst>
        <pc:picChg chg="add mod">
          <ac:chgData name="Kumar Shivraj Bhakat" userId="S::kumarshivraj.bhakat@navikenz.com::659b5616-86ac-4aab-9f75-aa4f05b49f32" providerId="AD" clId="Web-{20045D27-F743-458F-DF33-637B3F8BE4BF}" dt="2025-08-01T06:59:45.048" v="8" actId="1076"/>
          <ac:picMkLst>
            <pc:docMk/>
            <pc:sldMk cId="0" sldId="268"/>
            <ac:picMk id="10" creationId="{0E894C3A-0C15-FBB7-E572-6103C1390D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499" y="542924"/>
            <a:ext cx="8000999" cy="57435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1849099" y="352424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6077" y="19049"/>
                </a:moveTo>
                <a:lnTo>
                  <a:pt x="3447" y="19049"/>
                </a:lnTo>
                <a:lnTo>
                  <a:pt x="2324" y="18584"/>
                </a:lnTo>
                <a:lnTo>
                  <a:pt x="465" y="16724"/>
                </a:lnTo>
                <a:lnTo>
                  <a:pt x="0" y="15602"/>
                </a:lnTo>
                <a:lnTo>
                  <a:pt x="0" y="14287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199" y="464"/>
                </a:lnTo>
                <a:lnTo>
                  <a:pt x="9058" y="2324"/>
                </a:lnTo>
                <a:lnTo>
                  <a:pt x="9523" y="3447"/>
                </a:lnTo>
                <a:lnTo>
                  <a:pt x="9523" y="15602"/>
                </a:lnTo>
                <a:lnTo>
                  <a:pt x="9058" y="16724"/>
                </a:lnTo>
                <a:lnTo>
                  <a:pt x="7199" y="18584"/>
                </a:lnTo>
                <a:lnTo>
                  <a:pt x="6077" y="19049"/>
                </a:lnTo>
                <a:close/>
              </a:path>
            </a:pathLst>
          </a:custGeom>
          <a:solidFill>
            <a:srgbClr val="FFFFFF">
              <a:alpha val="470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087222" y="4714874"/>
            <a:ext cx="19050" cy="9525"/>
          </a:xfrm>
          <a:custGeom>
            <a:avLst/>
            <a:gdLst/>
            <a:ahLst/>
            <a:cxnLst/>
            <a:rect l="l" t="t" r="r" b="b"/>
            <a:pathLst>
              <a:path w="19050" h="9525">
                <a:moveTo>
                  <a:pt x="15603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5" y="7199"/>
                </a:lnTo>
                <a:lnTo>
                  <a:pt x="0" y="6077"/>
                </a:lnTo>
                <a:lnTo>
                  <a:pt x="1" y="4762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15603" y="0"/>
                </a:lnTo>
                <a:lnTo>
                  <a:pt x="16725" y="464"/>
                </a:lnTo>
                <a:lnTo>
                  <a:pt x="18584" y="2324"/>
                </a:lnTo>
                <a:lnTo>
                  <a:pt x="19049" y="3447"/>
                </a:lnTo>
                <a:lnTo>
                  <a:pt x="19049" y="6077"/>
                </a:lnTo>
                <a:lnTo>
                  <a:pt x="18584" y="7199"/>
                </a:lnTo>
                <a:lnTo>
                  <a:pt x="16725" y="9059"/>
                </a:lnTo>
                <a:lnTo>
                  <a:pt x="15603" y="9524"/>
                </a:lnTo>
                <a:close/>
              </a:path>
            </a:pathLst>
          </a:custGeom>
          <a:solidFill>
            <a:srgbClr val="00C8FF">
              <a:alpha val="525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285999" y="3686174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2155" y="19049"/>
                </a:move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close/>
              </a:path>
            </a:pathLst>
          </a:custGeom>
          <a:solidFill>
            <a:srgbClr val="00C8FF">
              <a:alpha val="615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47999" y="53720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6077" y="19049"/>
                </a:moveTo>
                <a:lnTo>
                  <a:pt x="3447" y="19049"/>
                </a:lnTo>
                <a:lnTo>
                  <a:pt x="2324" y="18584"/>
                </a:lnTo>
                <a:lnTo>
                  <a:pt x="465" y="16724"/>
                </a:lnTo>
                <a:lnTo>
                  <a:pt x="0" y="15601"/>
                </a:lnTo>
                <a:lnTo>
                  <a:pt x="0" y="14287"/>
                </a:lnTo>
                <a:lnTo>
                  <a:pt x="0" y="3446"/>
                </a:lnTo>
                <a:lnTo>
                  <a:pt x="465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59" y="2324"/>
                </a:lnTo>
                <a:lnTo>
                  <a:pt x="9524" y="3446"/>
                </a:lnTo>
                <a:lnTo>
                  <a:pt x="9524" y="15601"/>
                </a:lnTo>
                <a:lnTo>
                  <a:pt x="9059" y="16724"/>
                </a:lnTo>
                <a:lnTo>
                  <a:pt x="7200" y="18584"/>
                </a:lnTo>
                <a:lnTo>
                  <a:pt x="6077" y="19049"/>
                </a:lnTo>
                <a:close/>
              </a:path>
            </a:pathLst>
          </a:custGeom>
          <a:solidFill>
            <a:srgbClr val="00C8FF">
              <a:alpha val="545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477622" y="354329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893" y="28574"/>
                </a:moveTo>
                <a:lnTo>
                  <a:pt x="11682" y="28574"/>
                </a:lnTo>
                <a:lnTo>
                  <a:pt x="9964" y="28232"/>
                </a:lnTo>
                <a:lnTo>
                  <a:pt x="0" y="16891"/>
                </a:lnTo>
                <a:lnTo>
                  <a:pt x="1" y="15106"/>
                </a:lnTo>
                <a:lnTo>
                  <a:pt x="0" y="11682"/>
                </a:lnTo>
                <a:lnTo>
                  <a:pt x="11682" y="0"/>
                </a:lnTo>
                <a:lnTo>
                  <a:pt x="16893" y="0"/>
                </a:lnTo>
                <a:lnTo>
                  <a:pt x="28574" y="11682"/>
                </a:lnTo>
                <a:lnTo>
                  <a:pt x="28574" y="16891"/>
                </a:lnTo>
                <a:lnTo>
                  <a:pt x="18611" y="28232"/>
                </a:lnTo>
                <a:lnTo>
                  <a:pt x="16893" y="28574"/>
                </a:lnTo>
                <a:close/>
              </a:path>
            </a:pathLst>
          </a:custGeom>
          <a:solidFill>
            <a:srgbClr val="FFFFFF">
              <a:alpha val="305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410947" y="6134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834" y="38099"/>
                </a:moveTo>
                <a:lnTo>
                  <a:pt x="16266" y="38099"/>
                </a:lnTo>
                <a:lnTo>
                  <a:pt x="13873" y="37623"/>
                </a:lnTo>
                <a:lnTo>
                  <a:pt x="0" y="21834"/>
                </a:lnTo>
                <a:lnTo>
                  <a:pt x="1" y="19347"/>
                </a:lnTo>
                <a:lnTo>
                  <a:pt x="0" y="16265"/>
                </a:lnTo>
                <a:lnTo>
                  <a:pt x="16266" y="0"/>
                </a:lnTo>
                <a:lnTo>
                  <a:pt x="21834" y="0"/>
                </a:lnTo>
                <a:lnTo>
                  <a:pt x="38101" y="16265"/>
                </a:lnTo>
                <a:lnTo>
                  <a:pt x="38101" y="21834"/>
                </a:lnTo>
                <a:lnTo>
                  <a:pt x="24226" y="37623"/>
                </a:lnTo>
                <a:lnTo>
                  <a:pt x="21834" y="38099"/>
                </a:lnTo>
                <a:close/>
              </a:path>
            </a:pathLst>
          </a:custGeom>
          <a:solidFill>
            <a:srgbClr val="FFFFFF">
              <a:alpha val="6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315697" y="441959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439" y="28574"/>
                </a:moveTo>
                <a:lnTo>
                  <a:pt x="12135" y="28574"/>
                </a:lnTo>
                <a:lnTo>
                  <a:pt x="10350" y="28219"/>
                </a:lnTo>
                <a:lnTo>
                  <a:pt x="0" y="16439"/>
                </a:lnTo>
                <a:lnTo>
                  <a:pt x="1" y="14585"/>
                </a:lnTo>
                <a:lnTo>
                  <a:pt x="0" y="12134"/>
                </a:lnTo>
                <a:lnTo>
                  <a:pt x="12135" y="0"/>
                </a:lnTo>
                <a:lnTo>
                  <a:pt x="16439" y="0"/>
                </a:lnTo>
                <a:lnTo>
                  <a:pt x="28574" y="12134"/>
                </a:lnTo>
                <a:lnTo>
                  <a:pt x="28574" y="16439"/>
                </a:lnTo>
                <a:lnTo>
                  <a:pt x="18223" y="28219"/>
                </a:lnTo>
                <a:lnTo>
                  <a:pt x="16439" y="28574"/>
                </a:lnTo>
                <a:close/>
              </a:path>
            </a:pathLst>
          </a:custGeom>
          <a:solidFill>
            <a:srgbClr val="FFFFFF">
              <a:alpha val="705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447924" y="3743324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12155" y="28574"/>
                </a:moveTo>
                <a:lnTo>
                  <a:pt x="6894" y="28574"/>
                </a:lnTo>
                <a:lnTo>
                  <a:pt x="4649" y="27644"/>
                </a:lnTo>
                <a:lnTo>
                  <a:pt x="929" y="23924"/>
                </a:lnTo>
                <a:lnTo>
                  <a:pt x="0" y="21680"/>
                </a:lnTo>
                <a:lnTo>
                  <a:pt x="0" y="19049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21680"/>
                </a:lnTo>
                <a:lnTo>
                  <a:pt x="18120" y="23924"/>
                </a:lnTo>
                <a:lnTo>
                  <a:pt x="14400" y="27644"/>
                </a:lnTo>
                <a:lnTo>
                  <a:pt x="12155" y="28574"/>
                </a:lnTo>
                <a:close/>
              </a:path>
            </a:pathLst>
          </a:custGeom>
          <a:solidFill>
            <a:srgbClr val="00C8FF">
              <a:alpha val="388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4774" y="1343024"/>
            <a:ext cx="19050" cy="9525"/>
          </a:xfrm>
          <a:custGeom>
            <a:avLst/>
            <a:gdLst/>
            <a:ahLst/>
            <a:cxnLst/>
            <a:rect l="l" t="t" r="r" b="b"/>
            <a:pathLst>
              <a:path w="19050" h="9525">
                <a:moveTo>
                  <a:pt x="15602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15602" y="0"/>
                </a:lnTo>
                <a:lnTo>
                  <a:pt x="16725" y="464"/>
                </a:lnTo>
                <a:lnTo>
                  <a:pt x="18585" y="2324"/>
                </a:lnTo>
                <a:lnTo>
                  <a:pt x="19049" y="3447"/>
                </a:lnTo>
                <a:lnTo>
                  <a:pt x="19049" y="6077"/>
                </a:lnTo>
                <a:lnTo>
                  <a:pt x="18585" y="7199"/>
                </a:lnTo>
                <a:lnTo>
                  <a:pt x="16725" y="9059"/>
                </a:lnTo>
                <a:lnTo>
                  <a:pt x="15602" y="9524"/>
                </a:lnTo>
                <a:close/>
              </a:path>
            </a:pathLst>
          </a:custGeom>
          <a:solidFill>
            <a:srgbClr val="00C8FF">
              <a:alpha val="6038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563349" y="621029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1" y="28574"/>
                </a:moveTo>
                <a:lnTo>
                  <a:pt x="12392" y="28574"/>
                </a:lnTo>
                <a:lnTo>
                  <a:pt x="10569" y="28211"/>
                </a:lnTo>
                <a:lnTo>
                  <a:pt x="0" y="16182"/>
                </a:lnTo>
                <a:lnTo>
                  <a:pt x="0" y="12392"/>
                </a:lnTo>
                <a:lnTo>
                  <a:pt x="12392" y="0"/>
                </a:lnTo>
                <a:lnTo>
                  <a:pt x="16181" y="0"/>
                </a:lnTo>
                <a:lnTo>
                  <a:pt x="28574" y="14287"/>
                </a:lnTo>
                <a:lnTo>
                  <a:pt x="28573" y="16182"/>
                </a:lnTo>
                <a:lnTo>
                  <a:pt x="16181" y="28574"/>
                </a:lnTo>
                <a:close/>
              </a:path>
            </a:pathLst>
          </a:custGeom>
          <a:solidFill>
            <a:srgbClr val="00C8FF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6753224" y="10477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762" y="28574"/>
                </a:moveTo>
                <a:lnTo>
                  <a:pt x="11812" y="28574"/>
                </a:lnTo>
                <a:lnTo>
                  <a:pt x="10074" y="28229"/>
                </a:lnTo>
                <a:lnTo>
                  <a:pt x="0" y="16763"/>
                </a:lnTo>
                <a:lnTo>
                  <a:pt x="0" y="14957"/>
                </a:lnTo>
                <a:lnTo>
                  <a:pt x="0" y="11811"/>
                </a:lnTo>
                <a:lnTo>
                  <a:pt x="11812" y="0"/>
                </a:lnTo>
                <a:lnTo>
                  <a:pt x="16762" y="0"/>
                </a:lnTo>
                <a:lnTo>
                  <a:pt x="28574" y="11811"/>
                </a:lnTo>
                <a:lnTo>
                  <a:pt x="28574" y="16763"/>
                </a:lnTo>
                <a:lnTo>
                  <a:pt x="18500" y="28229"/>
                </a:lnTo>
                <a:lnTo>
                  <a:pt x="16762" y="28574"/>
                </a:lnTo>
                <a:close/>
              </a:path>
            </a:pathLst>
          </a:custGeom>
          <a:solidFill>
            <a:srgbClr val="00C8FF">
              <a:alpha val="4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782424" y="4229099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3446" y="19049"/>
                </a:moveTo>
                <a:lnTo>
                  <a:pt x="5601" y="19049"/>
                </a:lnTo>
                <a:lnTo>
                  <a:pt x="3777" y="18294"/>
                </a:lnTo>
                <a:lnTo>
                  <a:pt x="755" y="15271"/>
                </a:lnTo>
                <a:lnTo>
                  <a:pt x="0" y="13447"/>
                </a:lnTo>
                <a:lnTo>
                  <a:pt x="0" y="11310"/>
                </a:lnTo>
                <a:lnTo>
                  <a:pt x="0" y="5601"/>
                </a:lnTo>
                <a:lnTo>
                  <a:pt x="755" y="3777"/>
                </a:lnTo>
                <a:lnTo>
                  <a:pt x="3777" y="755"/>
                </a:lnTo>
                <a:lnTo>
                  <a:pt x="5601" y="0"/>
                </a:lnTo>
                <a:lnTo>
                  <a:pt x="13446" y="0"/>
                </a:lnTo>
                <a:lnTo>
                  <a:pt x="15271" y="755"/>
                </a:lnTo>
                <a:lnTo>
                  <a:pt x="18293" y="3777"/>
                </a:lnTo>
                <a:lnTo>
                  <a:pt x="19048" y="5601"/>
                </a:lnTo>
                <a:lnTo>
                  <a:pt x="19048" y="13447"/>
                </a:lnTo>
                <a:lnTo>
                  <a:pt x="18293" y="15271"/>
                </a:lnTo>
                <a:lnTo>
                  <a:pt x="15271" y="18294"/>
                </a:lnTo>
                <a:lnTo>
                  <a:pt x="13446" y="19049"/>
                </a:lnTo>
                <a:close/>
              </a:path>
            </a:pathLst>
          </a:custGeom>
          <a:solidFill>
            <a:srgbClr val="00C8FF">
              <a:alpha val="694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33374" y="630554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9902" y="28574"/>
                </a:moveTo>
                <a:lnTo>
                  <a:pt x="8672" y="28574"/>
                </a:lnTo>
                <a:lnTo>
                  <a:pt x="5848" y="27405"/>
                </a:lnTo>
                <a:lnTo>
                  <a:pt x="1169" y="22726"/>
                </a:lnTo>
                <a:lnTo>
                  <a:pt x="0" y="19902"/>
                </a:lnTo>
                <a:lnTo>
                  <a:pt x="0" y="16594"/>
                </a:lnTo>
                <a:lnTo>
                  <a:pt x="0" y="8672"/>
                </a:lnTo>
                <a:lnTo>
                  <a:pt x="1169" y="5848"/>
                </a:lnTo>
                <a:lnTo>
                  <a:pt x="5848" y="1169"/>
                </a:lnTo>
                <a:lnTo>
                  <a:pt x="8672" y="0"/>
                </a:lnTo>
                <a:lnTo>
                  <a:pt x="19902" y="0"/>
                </a:lnTo>
                <a:lnTo>
                  <a:pt x="22726" y="1169"/>
                </a:lnTo>
                <a:lnTo>
                  <a:pt x="27405" y="5848"/>
                </a:lnTo>
                <a:lnTo>
                  <a:pt x="28574" y="8672"/>
                </a:lnTo>
                <a:lnTo>
                  <a:pt x="28574" y="19902"/>
                </a:lnTo>
                <a:lnTo>
                  <a:pt x="27405" y="22726"/>
                </a:lnTo>
                <a:lnTo>
                  <a:pt x="22726" y="27405"/>
                </a:lnTo>
                <a:lnTo>
                  <a:pt x="19902" y="28574"/>
                </a:lnTo>
                <a:close/>
              </a:path>
            </a:pathLst>
          </a:custGeom>
          <a:solidFill>
            <a:srgbClr val="00C8FF">
              <a:alpha val="270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7149" y="552449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1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1"/>
                </a:lnTo>
                <a:lnTo>
                  <a:pt x="16182" y="28574"/>
                </a:lnTo>
                <a:close/>
              </a:path>
            </a:pathLst>
          </a:custGeom>
          <a:solidFill>
            <a:srgbClr val="FFFFFF">
              <a:alpha val="788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982447" y="6038849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25707" y="28574"/>
                </a:moveTo>
                <a:lnTo>
                  <a:pt x="12393" y="28574"/>
                </a:lnTo>
                <a:lnTo>
                  <a:pt x="10570" y="28211"/>
                </a:lnTo>
                <a:lnTo>
                  <a:pt x="0" y="16182"/>
                </a:lnTo>
                <a:lnTo>
                  <a:pt x="1" y="14287"/>
                </a:lnTo>
                <a:lnTo>
                  <a:pt x="0" y="12392"/>
                </a:lnTo>
                <a:lnTo>
                  <a:pt x="12393" y="0"/>
                </a:lnTo>
                <a:lnTo>
                  <a:pt x="25707" y="0"/>
                </a:lnTo>
                <a:lnTo>
                  <a:pt x="38099" y="12392"/>
                </a:lnTo>
                <a:lnTo>
                  <a:pt x="38099" y="16182"/>
                </a:lnTo>
                <a:lnTo>
                  <a:pt x="27529" y="28211"/>
                </a:lnTo>
                <a:lnTo>
                  <a:pt x="25707" y="28574"/>
                </a:lnTo>
                <a:close/>
              </a:path>
            </a:pathLst>
          </a:custGeom>
          <a:solidFill>
            <a:srgbClr val="FFFFFF">
              <a:alpha val="258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52399" y="4352924"/>
            <a:ext cx="28575" cy="38100"/>
          </a:xfrm>
          <a:custGeom>
            <a:avLst/>
            <a:gdLst/>
            <a:ahLst/>
            <a:cxnLst/>
            <a:rect l="l" t="t" r="r" b="b"/>
            <a:pathLst>
              <a:path w="28575" h="38100">
                <a:moveTo>
                  <a:pt x="16182" y="38099"/>
                </a:moveTo>
                <a:lnTo>
                  <a:pt x="12392" y="38099"/>
                </a:lnTo>
                <a:lnTo>
                  <a:pt x="10570" y="37736"/>
                </a:lnTo>
                <a:lnTo>
                  <a:pt x="0" y="25706"/>
                </a:lnTo>
                <a:lnTo>
                  <a:pt x="0" y="23812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4" y="12392"/>
                </a:lnTo>
                <a:lnTo>
                  <a:pt x="28574" y="25706"/>
                </a:lnTo>
                <a:lnTo>
                  <a:pt x="18004" y="37736"/>
                </a:lnTo>
                <a:lnTo>
                  <a:pt x="16182" y="38099"/>
                </a:lnTo>
                <a:close/>
              </a:path>
            </a:pathLst>
          </a:custGeom>
          <a:solidFill>
            <a:srgbClr val="00C8FF">
              <a:alpha val="458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819399" y="44862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3448" y="38099"/>
                </a:moveTo>
                <a:lnTo>
                  <a:pt x="14652" y="38099"/>
                </a:lnTo>
                <a:lnTo>
                  <a:pt x="12497" y="37670"/>
                </a:lnTo>
                <a:lnTo>
                  <a:pt x="0" y="23447"/>
                </a:lnTo>
                <a:lnTo>
                  <a:pt x="0" y="21207"/>
                </a:lnTo>
                <a:lnTo>
                  <a:pt x="0" y="14651"/>
                </a:lnTo>
                <a:lnTo>
                  <a:pt x="14652" y="0"/>
                </a:lnTo>
                <a:lnTo>
                  <a:pt x="23448" y="0"/>
                </a:lnTo>
                <a:lnTo>
                  <a:pt x="38099" y="14651"/>
                </a:lnTo>
                <a:lnTo>
                  <a:pt x="38099" y="23447"/>
                </a:lnTo>
                <a:lnTo>
                  <a:pt x="25602" y="37670"/>
                </a:lnTo>
                <a:lnTo>
                  <a:pt x="23448" y="38099"/>
                </a:lnTo>
                <a:close/>
              </a:path>
            </a:pathLst>
          </a:custGeom>
          <a:solidFill>
            <a:srgbClr val="FFFFFF">
              <a:alpha val="635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847724" y="169544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5" y="3447"/>
                </a:lnTo>
                <a:lnTo>
                  <a:pt x="9525" y="4762"/>
                </a:lnTo>
                <a:lnTo>
                  <a:pt x="9525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00C8FF">
              <a:alpha val="694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95274" y="5705474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2155" y="19049"/>
                </a:move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lnTo>
                  <a:pt x="19050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close/>
              </a:path>
            </a:pathLst>
          </a:custGeom>
          <a:solidFill>
            <a:srgbClr val="00C8FF">
              <a:alpha val="6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257299" y="26955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6077" y="19049"/>
                </a:moveTo>
                <a:lnTo>
                  <a:pt x="3447" y="19049"/>
                </a:lnTo>
                <a:lnTo>
                  <a:pt x="2324" y="18584"/>
                </a:lnTo>
                <a:lnTo>
                  <a:pt x="464" y="16725"/>
                </a:lnTo>
                <a:lnTo>
                  <a:pt x="0" y="15602"/>
                </a:lnTo>
                <a:lnTo>
                  <a:pt x="0" y="1428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199" y="464"/>
                </a:lnTo>
                <a:lnTo>
                  <a:pt x="9059" y="2324"/>
                </a:lnTo>
                <a:lnTo>
                  <a:pt x="9524" y="3447"/>
                </a:lnTo>
                <a:lnTo>
                  <a:pt x="9524" y="15602"/>
                </a:lnTo>
                <a:lnTo>
                  <a:pt x="9059" y="16725"/>
                </a:lnTo>
                <a:lnTo>
                  <a:pt x="7199" y="18584"/>
                </a:lnTo>
                <a:lnTo>
                  <a:pt x="6077" y="19049"/>
                </a:lnTo>
                <a:close/>
              </a:path>
            </a:pathLst>
          </a:custGeom>
          <a:solidFill>
            <a:srgbClr val="FFFFFF">
              <a:alpha val="211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276474" y="39052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2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2"/>
                </a:lnTo>
                <a:lnTo>
                  <a:pt x="16182" y="28574"/>
                </a:lnTo>
                <a:close/>
              </a:path>
            </a:pathLst>
          </a:custGeom>
          <a:solidFill>
            <a:srgbClr val="00C8FF">
              <a:alpha val="596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44297" y="1123949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12317" y="19049"/>
                </a:moveTo>
                <a:lnTo>
                  <a:pt x="6734" y="19049"/>
                </a:lnTo>
                <a:lnTo>
                  <a:pt x="4541" y="18141"/>
                </a:lnTo>
                <a:lnTo>
                  <a:pt x="908" y="14509"/>
                </a:lnTo>
                <a:lnTo>
                  <a:pt x="0" y="12316"/>
                </a:lnTo>
                <a:lnTo>
                  <a:pt x="1" y="9748"/>
                </a:lnTo>
                <a:lnTo>
                  <a:pt x="0" y="6733"/>
                </a:lnTo>
                <a:lnTo>
                  <a:pt x="908" y="4540"/>
                </a:lnTo>
                <a:lnTo>
                  <a:pt x="4541" y="908"/>
                </a:lnTo>
                <a:lnTo>
                  <a:pt x="6734" y="0"/>
                </a:lnTo>
                <a:lnTo>
                  <a:pt x="12317" y="0"/>
                </a:lnTo>
                <a:lnTo>
                  <a:pt x="14510" y="908"/>
                </a:lnTo>
                <a:lnTo>
                  <a:pt x="18143" y="4540"/>
                </a:lnTo>
                <a:lnTo>
                  <a:pt x="19051" y="6733"/>
                </a:lnTo>
                <a:lnTo>
                  <a:pt x="19051" y="12316"/>
                </a:lnTo>
                <a:lnTo>
                  <a:pt x="18143" y="14509"/>
                </a:lnTo>
                <a:lnTo>
                  <a:pt x="14510" y="18141"/>
                </a:lnTo>
                <a:lnTo>
                  <a:pt x="12317" y="19049"/>
                </a:lnTo>
                <a:close/>
              </a:path>
            </a:pathLst>
          </a:custGeom>
          <a:solidFill>
            <a:srgbClr val="FFFFFF">
              <a:alpha val="6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868149" y="2962274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5" y="7200"/>
                </a:lnTo>
                <a:lnTo>
                  <a:pt x="0" y="6077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199" y="464"/>
                </a:lnTo>
                <a:lnTo>
                  <a:pt x="9059" y="2324"/>
                </a:lnTo>
                <a:lnTo>
                  <a:pt x="9524" y="3447"/>
                </a:lnTo>
                <a:lnTo>
                  <a:pt x="9524" y="4762"/>
                </a:lnTo>
                <a:lnTo>
                  <a:pt x="9524" y="6077"/>
                </a:lnTo>
                <a:lnTo>
                  <a:pt x="9059" y="7200"/>
                </a:lnTo>
                <a:lnTo>
                  <a:pt x="7199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FFFFFF">
              <a:alpha val="678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14775" y="2589899"/>
            <a:ext cx="3562449" cy="845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096125"/>
          </a:xfrm>
          <a:custGeom>
            <a:avLst/>
            <a:gdLst/>
            <a:ahLst/>
            <a:cxnLst/>
            <a:rect l="l" t="t" r="r" b="b"/>
            <a:pathLst>
              <a:path w="12192000" h="7096125">
                <a:moveTo>
                  <a:pt x="12191999" y="7096124"/>
                </a:moveTo>
                <a:lnTo>
                  <a:pt x="0" y="70961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096124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76999" y="0"/>
            <a:ext cx="5715000" cy="4762500"/>
          </a:xfrm>
          <a:custGeom>
            <a:avLst/>
            <a:gdLst/>
            <a:ahLst/>
            <a:cxnLst/>
            <a:rect l="l" t="t" r="r" b="b"/>
            <a:pathLst>
              <a:path w="5715000" h="4762500">
                <a:moveTo>
                  <a:pt x="3809999" y="4762499"/>
                </a:moveTo>
                <a:lnTo>
                  <a:pt x="3763241" y="4762212"/>
                </a:lnTo>
                <a:lnTo>
                  <a:pt x="3716497" y="4761351"/>
                </a:lnTo>
                <a:lnTo>
                  <a:pt x="3669767" y="4759917"/>
                </a:lnTo>
                <a:lnTo>
                  <a:pt x="3623051" y="4757910"/>
                </a:lnTo>
                <a:lnTo>
                  <a:pt x="3576363" y="4755329"/>
                </a:lnTo>
                <a:lnTo>
                  <a:pt x="3529718" y="4752176"/>
                </a:lnTo>
                <a:lnTo>
                  <a:pt x="3483114" y="4748450"/>
                </a:lnTo>
                <a:lnTo>
                  <a:pt x="3436553" y="4744153"/>
                </a:lnTo>
                <a:lnTo>
                  <a:pt x="3390048" y="4739284"/>
                </a:lnTo>
                <a:lnTo>
                  <a:pt x="3343613" y="4733846"/>
                </a:lnTo>
                <a:lnTo>
                  <a:pt x="3297248" y="4727838"/>
                </a:lnTo>
                <a:lnTo>
                  <a:pt x="3250954" y="4721261"/>
                </a:lnTo>
                <a:lnTo>
                  <a:pt x="3204745" y="4714117"/>
                </a:lnTo>
                <a:lnTo>
                  <a:pt x="3158634" y="4706407"/>
                </a:lnTo>
                <a:lnTo>
                  <a:pt x="3112620" y="4698131"/>
                </a:lnTo>
                <a:lnTo>
                  <a:pt x="3066705" y="4689291"/>
                </a:lnTo>
                <a:lnTo>
                  <a:pt x="3020901" y="4679887"/>
                </a:lnTo>
                <a:lnTo>
                  <a:pt x="2975223" y="4669924"/>
                </a:lnTo>
                <a:lnTo>
                  <a:pt x="2929670" y="4659401"/>
                </a:lnTo>
                <a:lnTo>
                  <a:pt x="2884244" y="4648318"/>
                </a:lnTo>
                <a:lnTo>
                  <a:pt x="2838957" y="4636678"/>
                </a:lnTo>
                <a:lnTo>
                  <a:pt x="2793823" y="4624485"/>
                </a:lnTo>
                <a:lnTo>
                  <a:pt x="2748842" y="4611740"/>
                </a:lnTo>
                <a:lnTo>
                  <a:pt x="2704014" y="4598441"/>
                </a:lnTo>
                <a:lnTo>
                  <a:pt x="2659353" y="4584594"/>
                </a:lnTo>
                <a:lnTo>
                  <a:pt x="2614871" y="4570201"/>
                </a:lnTo>
                <a:lnTo>
                  <a:pt x="2570570" y="4555264"/>
                </a:lnTo>
                <a:lnTo>
                  <a:pt x="2526449" y="4539782"/>
                </a:lnTo>
                <a:lnTo>
                  <a:pt x="2482520" y="4523759"/>
                </a:lnTo>
                <a:lnTo>
                  <a:pt x="2438799" y="4507201"/>
                </a:lnTo>
                <a:lnTo>
                  <a:pt x="2395283" y="4490108"/>
                </a:lnTo>
                <a:lnTo>
                  <a:pt x="2351975" y="4472479"/>
                </a:lnTo>
                <a:lnTo>
                  <a:pt x="2308886" y="4454321"/>
                </a:lnTo>
                <a:lnTo>
                  <a:pt x="2266029" y="4435638"/>
                </a:lnTo>
                <a:lnTo>
                  <a:pt x="2223405" y="4416430"/>
                </a:lnTo>
                <a:lnTo>
                  <a:pt x="2181013" y="4396697"/>
                </a:lnTo>
                <a:lnTo>
                  <a:pt x="2138867" y="4376446"/>
                </a:lnTo>
                <a:lnTo>
                  <a:pt x="2096979" y="4355683"/>
                </a:lnTo>
                <a:lnTo>
                  <a:pt x="2055349" y="4334407"/>
                </a:lnTo>
                <a:lnTo>
                  <a:pt x="2013977" y="4312618"/>
                </a:lnTo>
                <a:lnTo>
                  <a:pt x="1972875" y="4290324"/>
                </a:lnTo>
                <a:lnTo>
                  <a:pt x="1932056" y="4267530"/>
                </a:lnTo>
                <a:lnTo>
                  <a:pt x="1891520" y="4244237"/>
                </a:lnTo>
                <a:lnTo>
                  <a:pt x="1851267" y="4220444"/>
                </a:lnTo>
                <a:lnTo>
                  <a:pt x="1811308" y="4196160"/>
                </a:lnTo>
                <a:lnTo>
                  <a:pt x="1771657" y="4171390"/>
                </a:lnTo>
                <a:lnTo>
                  <a:pt x="1732313" y="4146136"/>
                </a:lnTo>
                <a:lnTo>
                  <a:pt x="1693276" y="4120397"/>
                </a:lnTo>
                <a:lnTo>
                  <a:pt x="1654557" y="4094182"/>
                </a:lnTo>
                <a:lnTo>
                  <a:pt x="1616169" y="4067497"/>
                </a:lnTo>
                <a:lnTo>
                  <a:pt x="1578111" y="4040342"/>
                </a:lnTo>
                <a:lnTo>
                  <a:pt x="1540384" y="4012719"/>
                </a:lnTo>
                <a:lnTo>
                  <a:pt x="1502999" y="3984635"/>
                </a:lnTo>
                <a:lnTo>
                  <a:pt x="1465967" y="3956098"/>
                </a:lnTo>
                <a:lnTo>
                  <a:pt x="1429287" y="3927109"/>
                </a:lnTo>
                <a:lnTo>
                  <a:pt x="1392961" y="3897668"/>
                </a:lnTo>
                <a:lnTo>
                  <a:pt x="1356998" y="3867783"/>
                </a:lnTo>
                <a:lnTo>
                  <a:pt x="1321411" y="3837464"/>
                </a:lnTo>
                <a:lnTo>
                  <a:pt x="1286198" y="3806710"/>
                </a:lnTo>
                <a:lnTo>
                  <a:pt x="1251360" y="3775522"/>
                </a:lnTo>
                <a:lnTo>
                  <a:pt x="1216907" y="3743909"/>
                </a:lnTo>
                <a:lnTo>
                  <a:pt x="1182850" y="3711880"/>
                </a:lnTo>
                <a:lnTo>
                  <a:pt x="1149188" y="3679435"/>
                </a:lnTo>
                <a:lnTo>
                  <a:pt x="1115923" y="3646575"/>
                </a:lnTo>
                <a:lnTo>
                  <a:pt x="1083062" y="3613310"/>
                </a:lnTo>
                <a:lnTo>
                  <a:pt x="1050618" y="3579648"/>
                </a:lnTo>
                <a:lnTo>
                  <a:pt x="1018589" y="3545591"/>
                </a:lnTo>
                <a:lnTo>
                  <a:pt x="986976" y="3511138"/>
                </a:lnTo>
                <a:lnTo>
                  <a:pt x="955787" y="3476300"/>
                </a:lnTo>
                <a:lnTo>
                  <a:pt x="925034" y="3441087"/>
                </a:lnTo>
                <a:lnTo>
                  <a:pt x="894714" y="3405499"/>
                </a:lnTo>
                <a:lnTo>
                  <a:pt x="864830" y="3369537"/>
                </a:lnTo>
                <a:lnTo>
                  <a:pt x="835388" y="3333211"/>
                </a:lnTo>
                <a:lnTo>
                  <a:pt x="806399" y="3296531"/>
                </a:lnTo>
                <a:lnTo>
                  <a:pt x="777862" y="3259499"/>
                </a:lnTo>
                <a:lnTo>
                  <a:pt x="749778" y="3222113"/>
                </a:lnTo>
                <a:lnTo>
                  <a:pt x="722155" y="3184386"/>
                </a:lnTo>
                <a:lnTo>
                  <a:pt x="695001" y="3146328"/>
                </a:lnTo>
                <a:lnTo>
                  <a:pt x="668316" y="3107940"/>
                </a:lnTo>
                <a:lnTo>
                  <a:pt x="642100" y="3069221"/>
                </a:lnTo>
                <a:lnTo>
                  <a:pt x="616361" y="3030184"/>
                </a:lnTo>
                <a:lnTo>
                  <a:pt x="591107" y="2990840"/>
                </a:lnTo>
                <a:lnTo>
                  <a:pt x="566338" y="2951188"/>
                </a:lnTo>
                <a:lnTo>
                  <a:pt x="542053" y="2911230"/>
                </a:lnTo>
                <a:lnTo>
                  <a:pt x="518261" y="2870977"/>
                </a:lnTo>
                <a:lnTo>
                  <a:pt x="494968" y="2830441"/>
                </a:lnTo>
                <a:lnTo>
                  <a:pt x="472174" y="2789622"/>
                </a:lnTo>
                <a:lnTo>
                  <a:pt x="449880" y="2748520"/>
                </a:lnTo>
                <a:lnTo>
                  <a:pt x="428091" y="2707148"/>
                </a:lnTo>
                <a:lnTo>
                  <a:pt x="406815" y="2665518"/>
                </a:lnTo>
                <a:lnTo>
                  <a:pt x="386051" y="2623630"/>
                </a:lnTo>
                <a:lnTo>
                  <a:pt x="365800" y="2581484"/>
                </a:lnTo>
                <a:lnTo>
                  <a:pt x="346068" y="2539092"/>
                </a:lnTo>
                <a:lnTo>
                  <a:pt x="326860" y="2496468"/>
                </a:lnTo>
                <a:lnTo>
                  <a:pt x="308177" y="2453612"/>
                </a:lnTo>
                <a:lnTo>
                  <a:pt x="290018" y="2410523"/>
                </a:lnTo>
                <a:lnTo>
                  <a:pt x="272389" y="2367214"/>
                </a:lnTo>
                <a:lnTo>
                  <a:pt x="255296" y="2323699"/>
                </a:lnTo>
                <a:lnTo>
                  <a:pt x="238738" y="2279977"/>
                </a:lnTo>
                <a:lnTo>
                  <a:pt x="222716" y="2236049"/>
                </a:lnTo>
                <a:lnTo>
                  <a:pt x="207233" y="2191928"/>
                </a:lnTo>
                <a:lnTo>
                  <a:pt x="192296" y="2147626"/>
                </a:lnTo>
                <a:lnTo>
                  <a:pt x="177904" y="2103145"/>
                </a:lnTo>
                <a:lnTo>
                  <a:pt x="164056" y="2058484"/>
                </a:lnTo>
                <a:lnTo>
                  <a:pt x="150758" y="2013656"/>
                </a:lnTo>
                <a:lnTo>
                  <a:pt x="138012" y="1968675"/>
                </a:lnTo>
                <a:lnTo>
                  <a:pt x="125819" y="1923541"/>
                </a:lnTo>
                <a:lnTo>
                  <a:pt x="114180" y="1878253"/>
                </a:lnTo>
                <a:lnTo>
                  <a:pt x="103097" y="1832827"/>
                </a:lnTo>
                <a:lnTo>
                  <a:pt x="92573" y="1787275"/>
                </a:lnTo>
                <a:lnTo>
                  <a:pt x="82610" y="1741597"/>
                </a:lnTo>
                <a:lnTo>
                  <a:pt x="73207" y="1695793"/>
                </a:lnTo>
                <a:lnTo>
                  <a:pt x="64366" y="1649878"/>
                </a:lnTo>
                <a:lnTo>
                  <a:pt x="56091" y="1603864"/>
                </a:lnTo>
                <a:lnTo>
                  <a:pt x="48381" y="1557752"/>
                </a:lnTo>
                <a:lnTo>
                  <a:pt x="41236" y="1511542"/>
                </a:lnTo>
                <a:lnTo>
                  <a:pt x="34659" y="1465248"/>
                </a:lnTo>
                <a:lnTo>
                  <a:pt x="28652" y="1418884"/>
                </a:lnTo>
                <a:lnTo>
                  <a:pt x="23214" y="1372449"/>
                </a:lnTo>
                <a:lnTo>
                  <a:pt x="18346" y="1325945"/>
                </a:lnTo>
                <a:lnTo>
                  <a:pt x="14048" y="1279384"/>
                </a:lnTo>
                <a:lnTo>
                  <a:pt x="10322" y="1232780"/>
                </a:lnTo>
                <a:lnTo>
                  <a:pt x="7169" y="1186135"/>
                </a:lnTo>
                <a:lnTo>
                  <a:pt x="4588" y="1139447"/>
                </a:lnTo>
                <a:lnTo>
                  <a:pt x="2581" y="1092731"/>
                </a:lnTo>
                <a:lnTo>
                  <a:pt x="1147" y="1046001"/>
                </a:lnTo>
                <a:lnTo>
                  <a:pt x="286" y="999258"/>
                </a:lnTo>
                <a:lnTo>
                  <a:pt x="0" y="952499"/>
                </a:lnTo>
                <a:lnTo>
                  <a:pt x="286" y="905741"/>
                </a:lnTo>
                <a:lnTo>
                  <a:pt x="1147" y="858997"/>
                </a:lnTo>
                <a:lnTo>
                  <a:pt x="2581" y="812267"/>
                </a:lnTo>
                <a:lnTo>
                  <a:pt x="4588" y="765552"/>
                </a:lnTo>
                <a:lnTo>
                  <a:pt x="7169" y="718864"/>
                </a:lnTo>
                <a:lnTo>
                  <a:pt x="10322" y="672218"/>
                </a:lnTo>
                <a:lnTo>
                  <a:pt x="14048" y="625615"/>
                </a:lnTo>
                <a:lnTo>
                  <a:pt x="18346" y="579054"/>
                </a:lnTo>
                <a:lnTo>
                  <a:pt x="23214" y="532549"/>
                </a:lnTo>
                <a:lnTo>
                  <a:pt x="28652" y="486115"/>
                </a:lnTo>
                <a:lnTo>
                  <a:pt x="34659" y="439750"/>
                </a:lnTo>
                <a:lnTo>
                  <a:pt x="41236" y="393456"/>
                </a:lnTo>
                <a:lnTo>
                  <a:pt x="48381" y="347246"/>
                </a:lnTo>
                <a:lnTo>
                  <a:pt x="56091" y="301135"/>
                </a:lnTo>
                <a:lnTo>
                  <a:pt x="64366" y="255121"/>
                </a:lnTo>
                <a:lnTo>
                  <a:pt x="73207" y="209205"/>
                </a:lnTo>
                <a:lnTo>
                  <a:pt x="82610" y="163402"/>
                </a:lnTo>
                <a:lnTo>
                  <a:pt x="92573" y="117724"/>
                </a:lnTo>
                <a:lnTo>
                  <a:pt x="103097" y="72172"/>
                </a:lnTo>
                <a:lnTo>
                  <a:pt x="114180" y="26745"/>
                </a:lnTo>
                <a:lnTo>
                  <a:pt x="5715000" y="0"/>
                </a:lnTo>
                <a:lnTo>
                  <a:pt x="5715000" y="4251981"/>
                </a:lnTo>
                <a:lnTo>
                  <a:pt x="5647123" y="4290324"/>
                </a:lnTo>
                <a:lnTo>
                  <a:pt x="5606021" y="4312618"/>
                </a:lnTo>
                <a:lnTo>
                  <a:pt x="5564649" y="4334407"/>
                </a:lnTo>
                <a:lnTo>
                  <a:pt x="5523018" y="4355683"/>
                </a:lnTo>
                <a:lnTo>
                  <a:pt x="5481129" y="4376446"/>
                </a:lnTo>
                <a:lnTo>
                  <a:pt x="5438983" y="4396697"/>
                </a:lnTo>
                <a:lnTo>
                  <a:pt x="5396591" y="4416430"/>
                </a:lnTo>
                <a:lnTo>
                  <a:pt x="5353967" y="4435638"/>
                </a:lnTo>
                <a:lnTo>
                  <a:pt x="5311111" y="4454321"/>
                </a:lnTo>
                <a:lnTo>
                  <a:pt x="5268022" y="4472479"/>
                </a:lnTo>
                <a:lnTo>
                  <a:pt x="5224714" y="4490108"/>
                </a:lnTo>
                <a:lnTo>
                  <a:pt x="5181199" y="4507201"/>
                </a:lnTo>
                <a:lnTo>
                  <a:pt x="5137477" y="4523759"/>
                </a:lnTo>
                <a:lnTo>
                  <a:pt x="5093548" y="4539782"/>
                </a:lnTo>
                <a:lnTo>
                  <a:pt x="5049428" y="4555264"/>
                </a:lnTo>
                <a:lnTo>
                  <a:pt x="5005126" y="4570201"/>
                </a:lnTo>
                <a:lnTo>
                  <a:pt x="4960645" y="4584594"/>
                </a:lnTo>
                <a:lnTo>
                  <a:pt x="4915984" y="4598441"/>
                </a:lnTo>
                <a:lnTo>
                  <a:pt x="4871155" y="4611740"/>
                </a:lnTo>
                <a:lnTo>
                  <a:pt x="4826174" y="4624485"/>
                </a:lnTo>
                <a:lnTo>
                  <a:pt x="4781040" y="4636678"/>
                </a:lnTo>
                <a:lnTo>
                  <a:pt x="4735753" y="4648318"/>
                </a:lnTo>
                <a:lnTo>
                  <a:pt x="4690327" y="4659401"/>
                </a:lnTo>
                <a:lnTo>
                  <a:pt x="4644774" y="4669924"/>
                </a:lnTo>
                <a:lnTo>
                  <a:pt x="4599096" y="4679887"/>
                </a:lnTo>
                <a:lnTo>
                  <a:pt x="4553292" y="4689291"/>
                </a:lnTo>
                <a:lnTo>
                  <a:pt x="4507377" y="4698131"/>
                </a:lnTo>
                <a:lnTo>
                  <a:pt x="4461363" y="4706407"/>
                </a:lnTo>
                <a:lnTo>
                  <a:pt x="4415252" y="4714117"/>
                </a:lnTo>
                <a:lnTo>
                  <a:pt x="4369042" y="4721261"/>
                </a:lnTo>
                <a:lnTo>
                  <a:pt x="4322748" y="4727838"/>
                </a:lnTo>
                <a:lnTo>
                  <a:pt x="4276383" y="4733846"/>
                </a:lnTo>
                <a:lnTo>
                  <a:pt x="4229949" y="4739284"/>
                </a:lnTo>
                <a:lnTo>
                  <a:pt x="4183444" y="4744153"/>
                </a:lnTo>
                <a:lnTo>
                  <a:pt x="4136883" y="4748450"/>
                </a:lnTo>
                <a:lnTo>
                  <a:pt x="4090280" y="4752176"/>
                </a:lnTo>
                <a:lnTo>
                  <a:pt x="4043636" y="4755329"/>
                </a:lnTo>
                <a:lnTo>
                  <a:pt x="3996952" y="4757910"/>
                </a:lnTo>
                <a:lnTo>
                  <a:pt x="3950237" y="4759917"/>
                </a:lnTo>
                <a:lnTo>
                  <a:pt x="3903506" y="4761351"/>
                </a:lnTo>
                <a:lnTo>
                  <a:pt x="3856759" y="4762212"/>
                </a:lnTo>
                <a:lnTo>
                  <a:pt x="3809999" y="4762499"/>
                </a:lnTo>
                <a:close/>
              </a:path>
            </a:pathLst>
          </a:custGeom>
          <a:solidFill>
            <a:srgbClr val="7E0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2313" y="535429"/>
            <a:ext cx="7247373" cy="659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89232" y="6446049"/>
            <a:ext cx="1210945" cy="132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4762487" y="6857987"/>
                  </a:moveTo>
                  <a:lnTo>
                    <a:pt x="4762208" y="6811238"/>
                  </a:lnTo>
                  <a:lnTo>
                    <a:pt x="4761344" y="6764490"/>
                  </a:lnTo>
                  <a:lnTo>
                    <a:pt x="4759909" y="6717766"/>
                  </a:lnTo>
                  <a:lnTo>
                    <a:pt x="4757902" y="6671043"/>
                  </a:lnTo>
                  <a:lnTo>
                    <a:pt x="4755324" y="6624358"/>
                  </a:lnTo>
                  <a:lnTo>
                    <a:pt x="4752175" y="6577711"/>
                  </a:lnTo>
                  <a:lnTo>
                    <a:pt x="4748441" y="6531115"/>
                  </a:lnTo>
                  <a:lnTo>
                    <a:pt x="4744148" y="6484544"/>
                  </a:lnTo>
                  <a:lnTo>
                    <a:pt x="4739284" y="6438036"/>
                  </a:lnTo>
                  <a:lnTo>
                    <a:pt x="4733836" y="6391605"/>
                  </a:lnTo>
                  <a:lnTo>
                    <a:pt x="4727829" y="6345237"/>
                  </a:lnTo>
                  <a:lnTo>
                    <a:pt x="4721250" y="6298946"/>
                  </a:lnTo>
                  <a:lnTo>
                    <a:pt x="4714113" y="6252743"/>
                  </a:lnTo>
                  <a:lnTo>
                    <a:pt x="4706404" y="6206629"/>
                  </a:lnTo>
                  <a:lnTo>
                    <a:pt x="4698123" y="6160617"/>
                  </a:lnTo>
                  <a:lnTo>
                    <a:pt x="4689284" y="6114694"/>
                  </a:lnTo>
                  <a:lnTo>
                    <a:pt x="4679886" y="6068898"/>
                  </a:lnTo>
                  <a:lnTo>
                    <a:pt x="4669917" y="6023216"/>
                  </a:lnTo>
                  <a:lnTo>
                    <a:pt x="4659388" y="5977661"/>
                  </a:lnTo>
                  <a:lnTo>
                    <a:pt x="4648314" y="5932233"/>
                  </a:lnTo>
                  <a:lnTo>
                    <a:pt x="4636668" y="5886945"/>
                  </a:lnTo>
                  <a:lnTo>
                    <a:pt x="4624476" y="5841822"/>
                  </a:lnTo>
                  <a:lnTo>
                    <a:pt x="4611738" y="5796839"/>
                  </a:lnTo>
                  <a:lnTo>
                    <a:pt x="4598441" y="5752008"/>
                  </a:lnTo>
                  <a:lnTo>
                    <a:pt x="4584585" y="5707342"/>
                  </a:lnTo>
                  <a:lnTo>
                    <a:pt x="4570196" y="5662866"/>
                  </a:lnTo>
                  <a:lnTo>
                    <a:pt x="4555261" y="5618569"/>
                  </a:lnTo>
                  <a:lnTo>
                    <a:pt x="4539780" y="5574449"/>
                  </a:lnTo>
                  <a:lnTo>
                    <a:pt x="4523752" y="5530520"/>
                  </a:lnTo>
                  <a:lnTo>
                    <a:pt x="4507192" y="5486793"/>
                  </a:lnTo>
                  <a:lnTo>
                    <a:pt x="4490097" y="5443283"/>
                  </a:lnTo>
                  <a:lnTo>
                    <a:pt x="4472470" y="5399964"/>
                  </a:lnTo>
                  <a:lnTo>
                    <a:pt x="4454309" y="5356885"/>
                  </a:lnTo>
                  <a:lnTo>
                    <a:pt x="4435627" y="5314023"/>
                  </a:lnTo>
                  <a:lnTo>
                    <a:pt x="4416425" y="5271401"/>
                  </a:lnTo>
                  <a:lnTo>
                    <a:pt x="4396689" y="5229009"/>
                  </a:lnTo>
                  <a:lnTo>
                    <a:pt x="4376445" y="5186858"/>
                  </a:lnTo>
                  <a:lnTo>
                    <a:pt x="4355681" y="5144973"/>
                  </a:lnTo>
                  <a:lnTo>
                    <a:pt x="4334395" y="5103342"/>
                  </a:lnTo>
                  <a:lnTo>
                    <a:pt x="4312615" y="5061966"/>
                  </a:lnTo>
                  <a:lnTo>
                    <a:pt x="4290314" y="5020869"/>
                  </a:lnTo>
                  <a:lnTo>
                    <a:pt x="4267530" y="4980051"/>
                  </a:lnTo>
                  <a:lnTo>
                    <a:pt x="4244225" y="4939512"/>
                  </a:lnTo>
                  <a:lnTo>
                    <a:pt x="4220438" y="4899266"/>
                  </a:lnTo>
                  <a:lnTo>
                    <a:pt x="4196156" y="4859299"/>
                  </a:lnTo>
                  <a:lnTo>
                    <a:pt x="4171378" y="4819650"/>
                  </a:lnTo>
                  <a:lnTo>
                    <a:pt x="4146131" y="4780305"/>
                  </a:lnTo>
                  <a:lnTo>
                    <a:pt x="4120388" y="4741265"/>
                  </a:lnTo>
                  <a:lnTo>
                    <a:pt x="4094175" y="4702556"/>
                  </a:lnTo>
                  <a:lnTo>
                    <a:pt x="4067492" y="4664164"/>
                  </a:lnTo>
                  <a:lnTo>
                    <a:pt x="4040340" y="4626102"/>
                  </a:lnTo>
                  <a:lnTo>
                    <a:pt x="4012717" y="4588383"/>
                  </a:lnTo>
                  <a:lnTo>
                    <a:pt x="3984625" y="4550994"/>
                  </a:lnTo>
                  <a:lnTo>
                    <a:pt x="3956088" y="4513961"/>
                  </a:lnTo>
                  <a:lnTo>
                    <a:pt x="3927106" y="4477283"/>
                  </a:lnTo>
                  <a:lnTo>
                    <a:pt x="3897668" y="4440948"/>
                  </a:lnTo>
                  <a:lnTo>
                    <a:pt x="3867772" y="4404995"/>
                  </a:lnTo>
                  <a:lnTo>
                    <a:pt x="3837457" y="4369409"/>
                  </a:lnTo>
                  <a:lnTo>
                    <a:pt x="3806710" y="4334192"/>
                  </a:lnTo>
                  <a:lnTo>
                    <a:pt x="3775519" y="4299356"/>
                  </a:lnTo>
                  <a:lnTo>
                    <a:pt x="3743909" y="4264901"/>
                  </a:lnTo>
                  <a:lnTo>
                    <a:pt x="3711879" y="4230840"/>
                  </a:lnTo>
                  <a:lnTo>
                    <a:pt x="3679431" y="4197185"/>
                  </a:lnTo>
                  <a:lnTo>
                    <a:pt x="3646563" y="4163911"/>
                  </a:lnTo>
                  <a:lnTo>
                    <a:pt x="3613302" y="4131056"/>
                  </a:lnTo>
                  <a:lnTo>
                    <a:pt x="3579647" y="4098607"/>
                  </a:lnTo>
                  <a:lnTo>
                    <a:pt x="3545586" y="4066578"/>
                  </a:lnTo>
                  <a:lnTo>
                    <a:pt x="3511131" y="4034967"/>
                  </a:lnTo>
                  <a:lnTo>
                    <a:pt x="3476294" y="4003776"/>
                  </a:lnTo>
                  <a:lnTo>
                    <a:pt x="3441077" y="3973030"/>
                  </a:lnTo>
                  <a:lnTo>
                    <a:pt x="3405492" y="3942702"/>
                  </a:lnTo>
                  <a:lnTo>
                    <a:pt x="3369526" y="3912819"/>
                  </a:lnTo>
                  <a:lnTo>
                    <a:pt x="3333204" y="3883380"/>
                  </a:lnTo>
                  <a:lnTo>
                    <a:pt x="3296526" y="3854386"/>
                  </a:lnTo>
                  <a:lnTo>
                    <a:pt x="3259493" y="3825862"/>
                  </a:lnTo>
                  <a:lnTo>
                    <a:pt x="3222104" y="3797770"/>
                  </a:lnTo>
                  <a:lnTo>
                    <a:pt x="3184385" y="3770147"/>
                  </a:lnTo>
                  <a:lnTo>
                    <a:pt x="3146323" y="3742994"/>
                  </a:lnTo>
                  <a:lnTo>
                    <a:pt x="3107931" y="3716312"/>
                  </a:lnTo>
                  <a:lnTo>
                    <a:pt x="3069221" y="3690099"/>
                  </a:lnTo>
                  <a:lnTo>
                    <a:pt x="3030182" y="3664356"/>
                  </a:lnTo>
                  <a:lnTo>
                    <a:pt x="2990837" y="3639096"/>
                  </a:lnTo>
                  <a:lnTo>
                    <a:pt x="2951188" y="3614331"/>
                  </a:lnTo>
                  <a:lnTo>
                    <a:pt x="2911221" y="3590048"/>
                  </a:lnTo>
                  <a:lnTo>
                    <a:pt x="2870974" y="3566249"/>
                  </a:lnTo>
                  <a:lnTo>
                    <a:pt x="2830436" y="3542957"/>
                  </a:lnTo>
                  <a:lnTo>
                    <a:pt x="2789618" y="3520173"/>
                  </a:lnTo>
                  <a:lnTo>
                    <a:pt x="2748508" y="3497872"/>
                  </a:lnTo>
                  <a:lnTo>
                    <a:pt x="2707144" y="3476079"/>
                  </a:lnTo>
                  <a:lnTo>
                    <a:pt x="2665514" y="3454806"/>
                  </a:lnTo>
                  <a:lnTo>
                    <a:pt x="2623629" y="3434042"/>
                  </a:lnTo>
                  <a:lnTo>
                    <a:pt x="2581478" y="3413798"/>
                  </a:lnTo>
                  <a:lnTo>
                    <a:pt x="2539085" y="3394062"/>
                  </a:lnTo>
                  <a:lnTo>
                    <a:pt x="2496464" y="3374860"/>
                  </a:lnTo>
                  <a:lnTo>
                    <a:pt x="2453602" y="3356165"/>
                  </a:lnTo>
                  <a:lnTo>
                    <a:pt x="2410510" y="3338017"/>
                  </a:lnTo>
                  <a:lnTo>
                    <a:pt x="2367203" y="3320389"/>
                  </a:lnTo>
                  <a:lnTo>
                    <a:pt x="2323693" y="3303295"/>
                  </a:lnTo>
                  <a:lnTo>
                    <a:pt x="2279967" y="3286734"/>
                  </a:lnTo>
                  <a:lnTo>
                    <a:pt x="2236038" y="3270707"/>
                  </a:lnTo>
                  <a:lnTo>
                    <a:pt x="2191918" y="3255226"/>
                  </a:lnTo>
                  <a:lnTo>
                    <a:pt x="2147620" y="3240290"/>
                  </a:lnTo>
                  <a:lnTo>
                    <a:pt x="2103145" y="3225901"/>
                  </a:lnTo>
                  <a:lnTo>
                    <a:pt x="2058479" y="3212046"/>
                  </a:lnTo>
                  <a:lnTo>
                    <a:pt x="2013648" y="3198749"/>
                  </a:lnTo>
                  <a:lnTo>
                    <a:pt x="1968665" y="3186011"/>
                  </a:lnTo>
                  <a:lnTo>
                    <a:pt x="1923529" y="3173819"/>
                  </a:lnTo>
                  <a:lnTo>
                    <a:pt x="1878253" y="3162173"/>
                  </a:lnTo>
                  <a:lnTo>
                    <a:pt x="1832825" y="3151086"/>
                  </a:lnTo>
                  <a:lnTo>
                    <a:pt x="1787271" y="3140570"/>
                  </a:lnTo>
                  <a:lnTo>
                    <a:pt x="1741589" y="3130600"/>
                  </a:lnTo>
                  <a:lnTo>
                    <a:pt x="1695792" y="3121202"/>
                  </a:lnTo>
                  <a:lnTo>
                    <a:pt x="1649869" y="3112363"/>
                  </a:lnTo>
                  <a:lnTo>
                    <a:pt x="1603857" y="3104083"/>
                  </a:lnTo>
                  <a:lnTo>
                    <a:pt x="1557743" y="3096374"/>
                  </a:lnTo>
                  <a:lnTo>
                    <a:pt x="1511541" y="3089237"/>
                  </a:lnTo>
                  <a:lnTo>
                    <a:pt x="1465237" y="3082658"/>
                  </a:lnTo>
                  <a:lnTo>
                    <a:pt x="1418882" y="3076651"/>
                  </a:lnTo>
                  <a:lnTo>
                    <a:pt x="1372438" y="3071203"/>
                  </a:lnTo>
                  <a:lnTo>
                    <a:pt x="1325943" y="3066338"/>
                  </a:lnTo>
                  <a:lnTo>
                    <a:pt x="1279372" y="3062046"/>
                  </a:lnTo>
                  <a:lnTo>
                    <a:pt x="1232776" y="3058312"/>
                  </a:lnTo>
                  <a:lnTo>
                    <a:pt x="1186129" y="3055162"/>
                  </a:lnTo>
                  <a:lnTo>
                    <a:pt x="1139444" y="3052584"/>
                  </a:lnTo>
                  <a:lnTo>
                    <a:pt x="1092720" y="3050578"/>
                  </a:lnTo>
                  <a:lnTo>
                    <a:pt x="1045997" y="3049143"/>
                  </a:lnTo>
                  <a:lnTo>
                    <a:pt x="999248" y="3048279"/>
                  </a:lnTo>
                  <a:lnTo>
                    <a:pt x="952487" y="3047987"/>
                  </a:lnTo>
                  <a:lnTo>
                    <a:pt x="905738" y="3048279"/>
                  </a:lnTo>
                  <a:lnTo>
                    <a:pt x="858989" y="3049143"/>
                  </a:lnTo>
                  <a:lnTo>
                    <a:pt x="812266" y="3050578"/>
                  </a:lnTo>
                  <a:lnTo>
                    <a:pt x="765543" y="3052584"/>
                  </a:lnTo>
                  <a:lnTo>
                    <a:pt x="718858" y="3055162"/>
                  </a:lnTo>
                  <a:lnTo>
                    <a:pt x="672211" y="3058312"/>
                  </a:lnTo>
                  <a:lnTo>
                    <a:pt x="625614" y="3062046"/>
                  </a:lnTo>
                  <a:lnTo>
                    <a:pt x="579043" y="3066338"/>
                  </a:lnTo>
                  <a:lnTo>
                    <a:pt x="532549" y="3071203"/>
                  </a:lnTo>
                  <a:lnTo>
                    <a:pt x="486105" y="3076651"/>
                  </a:lnTo>
                  <a:lnTo>
                    <a:pt x="439750" y="3082658"/>
                  </a:lnTo>
                  <a:lnTo>
                    <a:pt x="393446" y="3089237"/>
                  </a:lnTo>
                  <a:lnTo>
                    <a:pt x="347243" y="3096374"/>
                  </a:lnTo>
                  <a:lnTo>
                    <a:pt x="301129" y="3104083"/>
                  </a:lnTo>
                  <a:lnTo>
                    <a:pt x="255117" y="3112363"/>
                  </a:lnTo>
                  <a:lnTo>
                    <a:pt x="209194" y="3121202"/>
                  </a:lnTo>
                  <a:lnTo>
                    <a:pt x="163398" y="3130600"/>
                  </a:lnTo>
                  <a:lnTo>
                    <a:pt x="117716" y="3140570"/>
                  </a:lnTo>
                  <a:lnTo>
                    <a:pt x="72161" y="3151086"/>
                  </a:lnTo>
                  <a:lnTo>
                    <a:pt x="26733" y="3162173"/>
                  </a:lnTo>
                  <a:lnTo>
                    <a:pt x="0" y="3169043"/>
                  </a:lnTo>
                  <a:lnTo>
                    <a:pt x="0" y="6857987"/>
                  </a:lnTo>
                  <a:lnTo>
                    <a:pt x="4762487" y="6857987"/>
                  </a:lnTo>
                  <a:close/>
                </a:path>
                <a:path w="12192000" h="6858000">
                  <a:moveTo>
                    <a:pt x="12191987" y="0"/>
                  </a:moveTo>
                  <a:lnTo>
                    <a:pt x="6598044" y="0"/>
                  </a:lnTo>
                  <a:lnTo>
                    <a:pt x="6591173" y="26733"/>
                  </a:lnTo>
                  <a:lnTo>
                    <a:pt x="6580086" y="72161"/>
                  </a:lnTo>
                  <a:lnTo>
                    <a:pt x="6569570" y="117716"/>
                  </a:lnTo>
                  <a:lnTo>
                    <a:pt x="6559601" y="163398"/>
                  </a:lnTo>
                  <a:lnTo>
                    <a:pt x="6550203" y="209194"/>
                  </a:lnTo>
                  <a:lnTo>
                    <a:pt x="6541363" y="255117"/>
                  </a:lnTo>
                  <a:lnTo>
                    <a:pt x="6533083" y="301129"/>
                  </a:lnTo>
                  <a:lnTo>
                    <a:pt x="6525374" y="347243"/>
                  </a:lnTo>
                  <a:lnTo>
                    <a:pt x="6518224" y="393446"/>
                  </a:lnTo>
                  <a:lnTo>
                    <a:pt x="6511658" y="439750"/>
                  </a:lnTo>
                  <a:lnTo>
                    <a:pt x="6505651" y="486105"/>
                  </a:lnTo>
                  <a:lnTo>
                    <a:pt x="6500203" y="532549"/>
                  </a:lnTo>
                  <a:lnTo>
                    <a:pt x="6495339" y="579043"/>
                  </a:lnTo>
                  <a:lnTo>
                    <a:pt x="6491046" y="625614"/>
                  </a:lnTo>
                  <a:lnTo>
                    <a:pt x="6487312" y="672211"/>
                  </a:lnTo>
                  <a:lnTo>
                    <a:pt x="6484163" y="718858"/>
                  </a:lnTo>
                  <a:lnTo>
                    <a:pt x="6481585" y="765543"/>
                  </a:lnTo>
                  <a:lnTo>
                    <a:pt x="6479578" y="812266"/>
                  </a:lnTo>
                  <a:lnTo>
                    <a:pt x="6478143" y="858989"/>
                  </a:lnTo>
                  <a:lnTo>
                    <a:pt x="6477279" y="905738"/>
                  </a:lnTo>
                  <a:lnTo>
                    <a:pt x="6476987" y="952487"/>
                  </a:lnTo>
                  <a:lnTo>
                    <a:pt x="6477279" y="999248"/>
                  </a:lnTo>
                  <a:lnTo>
                    <a:pt x="6478143" y="1045997"/>
                  </a:lnTo>
                  <a:lnTo>
                    <a:pt x="6479578" y="1092720"/>
                  </a:lnTo>
                  <a:lnTo>
                    <a:pt x="6481585" y="1139444"/>
                  </a:lnTo>
                  <a:lnTo>
                    <a:pt x="6484163" y="1186129"/>
                  </a:lnTo>
                  <a:lnTo>
                    <a:pt x="6487312" y="1232776"/>
                  </a:lnTo>
                  <a:lnTo>
                    <a:pt x="6491046" y="1279372"/>
                  </a:lnTo>
                  <a:lnTo>
                    <a:pt x="6495339" y="1325943"/>
                  </a:lnTo>
                  <a:lnTo>
                    <a:pt x="6500203" y="1372438"/>
                  </a:lnTo>
                  <a:lnTo>
                    <a:pt x="6505651" y="1418882"/>
                  </a:lnTo>
                  <a:lnTo>
                    <a:pt x="6511658" y="1465237"/>
                  </a:lnTo>
                  <a:lnTo>
                    <a:pt x="6518224" y="1511541"/>
                  </a:lnTo>
                  <a:lnTo>
                    <a:pt x="6525374" y="1557743"/>
                  </a:lnTo>
                  <a:lnTo>
                    <a:pt x="6533083" y="1603857"/>
                  </a:lnTo>
                  <a:lnTo>
                    <a:pt x="6541363" y="1649869"/>
                  </a:lnTo>
                  <a:lnTo>
                    <a:pt x="6550203" y="1695792"/>
                  </a:lnTo>
                  <a:lnTo>
                    <a:pt x="6559601" y="1741589"/>
                  </a:lnTo>
                  <a:lnTo>
                    <a:pt x="6569570" y="1787271"/>
                  </a:lnTo>
                  <a:lnTo>
                    <a:pt x="6580086" y="1832825"/>
                  </a:lnTo>
                  <a:lnTo>
                    <a:pt x="6591173" y="1878253"/>
                  </a:lnTo>
                  <a:lnTo>
                    <a:pt x="6602819" y="1923529"/>
                  </a:lnTo>
                  <a:lnTo>
                    <a:pt x="6615011" y="1968665"/>
                  </a:lnTo>
                  <a:lnTo>
                    <a:pt x="6627749" y="2013648"/>
                  </a:lnTo>
                  <a:lnTo>
                    <a:pt x="6641046" y="2058479"/>
                  </a:lnTo>
                  <a:lnTo>
                    <a:pt x="6654901" y="2103145"/>
                  </a:lnTo>
                  <a:lnTo>
                    <a:pt x="6669291" y="2147620"/>
                  </a:lnTo>
                  <a:lnTo>
                    <a:pt x="6684226" y="2191918"/>
                  </a:lnTo>
                  <a:lnTo>
                    <a:pt x="6699707" y="2236038"/>
                  </a:lnTo>
                  <a:lnTo>
                    <a:pt x="6715734" y="2279967"/>
                  </a:lnTo>
                  <a:lnTo>
                    <a:pt x="6732295" y="2323693"/>
                  </a:lnTo>
                  <a:lnTo>
                    <a:pt x="6749377" y="2367203"/>
                  </a:lnTo>
                  <a:lnTo>
                    <a:pt x="6767017" y="2410510"/>
                  </a:lnTo>
                  <a:lnTo>
                    <a:pt x="6785165" y="2453602"/>
                  </a:lnTo>
                  <a:lnTo>
                    <a:pt x="6803847" y="2496464"/>
                  </a:lnTo>
                  <a:lnTo>
                    <a:pt x="6823062" y="2539085"/>
                  </a:lnTo>
                  <a:lnTo>
                    <a:pt x="6842798" y="2581478"/>
                  </a:lnTo>
                  <a:lnTo>
                    <a:pt x="6863042" y="2623629"/>
                  </a:lnTo>
                  <a:lnTo>
                    <a:pt x="6883806" y="2665514"/>
                  </a:lnTo>
                  <a:lnTo>
                    <a:pt x="6905079" y="2707144"/>
                  </a:lnTo>
                  <a:lnTo>
                    <a:pt x="6926872" y="2748508"/>
                  </a:lnTo>
                  <a:lnTo>
                    <a:pt x="6949173" y="2789618"/>
                  </a:lnTo>
                  <a:lnTo>
                    <a:pt x="6971957" y="2830436"/>
                  </a:lnTo>
                  <a:lnTo>
                    <a:pt x="6995249" y="2870974"/>
                  </a:lnTo>
                  <a:lnTo>
                    <a:pt x="7019049" y="2911221"/>
                  </a:lnTo>
                  <a:lnTo>
                    <a:pt x="7043331" y="2951188"/>
                  </a:lnTo>
                  <a:lnTo>
                    <a:pt x="7068096" y="2990837"/>
                  </a:lnTo>
                  <a:lnTo>
                    <a:pt x="7093356" y="3030182"/>
                  </a:lnTo>
                  <a:lnTo>
                    <a:pt x="7119099" y="3069221"/>
                  </a:lnTo>
                  <a:lnTo>
                    <a:pt x="7145312" y="3107931"/>
                  </a:lnTo>
                  <a:lnTo>
                    <a:pt x="7171995" y="3146323"/>
                  </a:lnTo>
                  <a:lnTo>
                    <a:pt x="7199147" y="3184385"/>
                  </a:lnTo>
                  <a:lnTo>
                    <a:pt x="7226770" y="3222104"/>
                  </a:lnTo>
                  <a:lnTo>
                    <a:pt x="7254862" y="3259493"/>
                  </a:lnTo>
                  <a:lnTo>
                    <a:pt x="7283386" y="3296526"/>
                  </a:lnTo>
                  <a:lnTo>
                    <a:pt x="7312380" y="3333204"/>
                  </a:lnTo>
                  <a:lnTo>
                    <a:pt x="7341819" y="3369526"/>
                  </a:lnTo>
                  <a:lnTo>
                    <a:pt x="7371702" y="3405492"/>
                  </a:lnTo>
                  <a:lnTo>
                    <a:pt x="7402030" y="3441077"/>
                  </a:lnTo>
                  <a:lnTo>
                    <a:pt x="7432776" y="3476294"/>
                  </a:lnTo>
                  <a:lnTo>
                    <a:pt x="7463968" y="3511131"/>
                  </a:lnTo>
                  <a:lnTo>
                    <a:pt x="7495578" y="3545586"/>
                  </a:lnTo>
                  <a:lnTo>
                    <a:pt x="7527607" y="3579647"/>
                  </a:lnTo>
                  <a:lnTo>
                    <a:pt x="7560056" y="3613302"/>
                  </a:lnTo>
                  <a:lnTo>
                    <a:pt x="7592911" y="3646563"/>
                  </a:lnTo>
                  <a:lnTo>
                    <a:pt x="7626185" y="3679431"/>
                  </a:lnTo>
                  <a:lnTo>
                    <a:pt x="7659840" y="3711879"/>
                  </a:lnTo>
                  <a:lnTo>
                    <a:pt x="7693901" y="3743896"/>
                  </a:lnTo>
                  <a:lnTo>
                    <a:pt x="7728356" y="3775519"/>
                  </a:lnTo>
                  <a:lnTo>
                    <a:pt x="7763192" y="3806698"/>
                  </a:lnTo>
                  <a:lnTo>
                    <a:pt x="7798409" y="3837457"/>
                  </a:lnTo>
                  <a:lnTo>
                    <a:pt x="7833995" y="3867772"/>
                  </a:lnTo>
                  <a:lnTo>
                    <a:pt x="7869949" y="3897668"/>
                  </a:lnTo>
                  <a:lnTo>
                    <a:pt x="7906283" y="3927106"/>
                  </a:lnTo>
                  <a:lnTo>
                    <a:pt x="7942961" y="3956088"/>
                  </a:lnTo>
                  <a:lnTo>
                    <a:pt x="7979994" y="3984625"/>
                  </a:lnTo>
                  <a:lnTo>
                    <a:pt x="8017383" y="4012717"/>
                  </a:lnTo>
                  <a:lnTo>
                    <a:pt x="8055102" y="4040340"/>
                  </a:lnTo>
                  <a:lnTo>
                    <a:pt x="8093164" y="4067492"/>
                  </a:lnTo>
                  <a:lnTo>
                    <a:pt x="8131556" y="4094175"/>
                  </a:lnTo>
                  <a:lnTo>
                    <a:pt x="8170265" y="4120388"/>
                  </a:lnTo>
                  <a:lnTo>
                    <a:pt x="8209305" y="4146131"/>
                  </a:lnTo>
                  <a:lnTo>
                    <a:pt x="8248650" y="4171378"/>
                  </a:lnTo>
                  <a:lnTo>
                    <a:pt x="8288299" y="4196156"/>
                  </a:lnTo>
                  <a:lnTo>
                    <a:pt x="8328266" y="4220438"/>
                  </a:lnTo>
                  <a:lnTo>
                    <a:pt x="8368512" y="4244225"/>
                  </a:lnTo>
                  <a:lnTo>
                    <a:pt x="8409051" y="4267530"/>
                  </a:lnTo>
                  <a:lnTo>
                    <a:pt x="8449869" y="4290314"/>
                  </a:lnTo>
                  <a:lnTo>
                    <a:pt x="8490966" y="4312615"/>
                  </a:lnTo>
                  <a:lnTo>
                    <a:pt x="8532343" y="4334395"/>
                  </a:lnTo>
                  <a:lnTo>
                    <a:pt x="8573973" y="4355681"/>
                  </a:lnTo>
                  <a:lnTo>
                    <a:pt x="8615858" y="4376445"/>
                  </a:lnTo>
                  <a:lnTo>
                    <a:pt x="8658009" y="4396689"/>
                  </a:lnTo>
                  <a:lnTo>
                    <a:pt x="8700402" y="4416425"/>
                  </a:lnTo>
                  <a:lnTo>
                    <a:pt x="8743023" y="4435627"/>
                  </a:lnTo>
                  <a:lnTo>
                    <a:pt x="8785885" y="4454309"/>
                  </a:lnTo>
                  <a:lnTo>
                    <a:pt x="8828964" y="4472470"/>
                  </a:lnTo>
                  <a:lnTo>
                    <a:pt x="8872271" y="4490097"/>
                  </a:lnTo>
                  <a:lnTo>
                    <a:pt x="8915794" y="4507192"/>
                  </a:lnTo>
                  <a:lnTo>
                    <a:pt x="8959520" y="4523752"/>
                  </a:lnTo>
                  <a:lnTo>
                    <a:pt x="9003436" y="4539780"/>
                  </a:lnTo>
                  <a:lnTo>
                    <a:pt x="9047569" y="4555261"/>
                  </a:lnTo>
                  <a:lnTo>
                    <a:pt x="9091866" y="4570196"/>
                  </a:lnTo>
                  <a:lnTo>
                    <a:pt x="9136342" y="4584585"/>
                  </a:lnTo>
                  <a:lnTo>
                    <a:pt x="9181008" y="4598441"/>
                  </a:lnTo>
                  <a:lnTo>
                    <a:pt x="9225839" y="4611738"/>
                  </a:lnTo>
                  <a:lnTo>
                    <a:pt x="9270822" y="4624476"/>
                  </a:lnTo>
                  <a:lnTo>
                    <a:pt x="9315945" y="4636668"/>
                  </a:lnTo>
                  <a:lnTo>
                    <a:pt x="9361233" y="4648314"/>
                  </a:lnTo>
                  <a:lnTo>
                    <a:pt x="9406661" y="4659388"/>
                  </a:lnTo>
                  <a:lnTo>
                    <a:pt x="9452216" y="4669917"/>
                  </a:lnTo>
                  <a:lnTo>
                    <a:pt x="9497898" y="4679886"/>
                  </a:lnTo>
                  <a:lnTo>
                    <a:pt x="9543694" y="4689284"/>
                  </a:lnTo>
                  <a:lnTo>
                    <a:pt x="9589618" y="4698123"/>
                  </a:lnTo>
                  <a:lnTo>
                    <a:pt x="9635630" y="4706404"/>
                  </a:lnTo>
                  <a:lnTo>
                    <a:pt x="9681743" y="4714113"/>
                  </a:lnTo>
                  <a:lnTo>
                    <a:pt x="9727946" y="4721250"/>
                  </a:lnTo>
                  <a:lnTo>
                    <a:pt x="9774237" y="4727829"/>
                  </a:lnTo>
                  <a:lnTo>
                    <a:pt x="9820605" y="4733836"/>
                  </a:lnTo>
                  <a:lnTo>
                    <a:pt x="9867036" y="4739284"/>
                  </a:lnTo>
                  <a:lnTo>
                    <a:pt x="9913544" y="4744148"/>
                  </a:lnTo>
                  <a:lnTo>
                    <a:pt x="9960102" y="4748441"/>
                  </a:lnTo>
                  <a:lnTo>
                    <a:pt x="10006711" y="4752175"/>
                  </a:lnTo>
                  <a:lnTo>
                    <a:pt x="10053358" y="4755324"/>
                  </a:lnTo>
                  <a:lnTo>
                    <a:pt x="10100043" y="4757902"/>
                  </a:lnTo>
                  <a:lnTo>
                    <a:pt x="10146767" y="4759909"/>
                  </a:lnTo>
                  <a:lnTo>
                    <a:pt x="10193490" y="4761344"/>
                  </a:lnTo>
                  <a:lnTo>
                    <a:pt x="10240239" y="4762208"/>
                  </a:lnTo>
                  <a:lnTo>
                    <a:pt x="10286987" y="4762487"/>
                  </a:lnTo>
                  <a:lnTo>
                    <a:pt x="10333749" y="4762208"/>
                  </a:lnTo>
                  <a:lnTo>
                    <a:pt x="10380497" y="4761344"/>
                  </a:lnTo>
                  <a:lnTo>
                    <a:pt x="10427233" y="4759909"/>
                  </a:lnTo>
                  <a:lnTo>
                    <a:pt x="10473944" y="4757902"/>
                  </a:lnTo>
                  <a:lnTo>
                    <a:pt x="10520629" y="4755324"/>
                  </a:lnTo>
                  <a:lnTo>
                    <a:pt x="10567276" y="4752175"/>
                  </a:lnTo>
                  <a:lnTo>
                    <a:pt x="10613873" y="4748441"/>
                  </a:lnTo>
                  <a:lnTo>
                    <a:pt x="10660444" y="4744148"/>
                  </a:lnTo>
                  <a:lnTo>
                    <a:pt x="10706938" y="4739284"/>
                  </a:lnTo>
                  <a:lnTo>
                    <a:pt x="10753382" y="4733836"/>
                  </a:lnTo>
                  <a:lnTo>
                    <a:pt x="10799737" y="4727829"/>
                  </a:lnTo>
                  <a:lnTo>
                    <a:pt x="10846041" y="4721250"/>
                  </a:lnTo>
                  <a:lnTo>
                    <a:pt x="10892244" y="4714113"/>
                  </a:lnTo>
                  <a:lnTo>
                    <a:pt x="10938358" y="4706404"/>
                  </a:lnTo>
                  <a:lnTo>
                    <a:pt x="10984370" y="4698123"/>
                  </a:lnTo>
                  <a:lnTo>
                    <a:pt x="11030280" y="4689284"/>
                  </a:lnTo>
                  <a:lnTo>
                    <a:pt x="11076089" y="4679886"/>
                  </a:lnTo>
                  <a:lnTo>
                    <a:pt x="11121771" y="4669917"/>
                  </a:lnTo>
                  <a:lnTo>
                    <a:pt x="11167326" y="4659388"/>
                  </a:lnTo>
                  <a:lnTo>
                    <a:pt x="11212741" y="4648314"/>
                  </a:lnTo>
                  <a:lnTo>
                    <a:pt x="11258029" y="4636668"/>
                  </a:lnTo>
                  <a:lnTo>
                    <a:pt x="11303165" y="4624476"/>
                  </a:lnTo>
                  <a:lnTo>
                    <a:pt x="11348149" y="4611738"/>
                  </a:lnTo>
                  <a:lnTo>
                    <a:pt x="11392980" y="4598441"/>
                  </a:lnTo>
                  <a:lnTo>
                    <a:pt x="11437633" y="4584585"/>
                  </a:lnTo>
                  <a:lnTo>
                    <a:pt x="11482121" y="4570196"/>
                  </a:lnTo>
                  <a:lnTo>
                    <a:pt x="11526418" y="4555261"/>
                  </a:lnTo>
                  <a:lnTo>
                    <a:pt x="11570538" y="4539780"/>
                  </a:lnTo>
                  <a:lnTo>
                    <a:pt x="11614468" y="4523752"/>
                  </a:lnTo>
                  <a:lnTo>
                    <a:pt x="11658194" y="4507192"/>
                  </a:lnTo>
                  <a:lnTo>
                    <a:pt x="11701704" y="4490097"/>
                  </a:lnTo>
                  <a:lnTo>
                    <a:pt x="11745011" y="4472470"/>
                  </a:lnTo>
                  <a:lnTo>
                    <a:pt x="11788102" y="4454309"/>
                  </a:lnTo>
                  <a:lnTo>
                    <a:pt x="11830964" y="4435627"/>
                  </a:lnTo>
                  <a:lnTo>
                    <a:pt x="11873586" y="4416425"/>
                  </a:lnTo>
                  <a:lnTo>
                    <a:pt x="11915978" y="4396689"/>
                  </a:lnTo>
                  <a:lnTo>
                    <a:pt x="11958117" y="4376445"/>
                  </a:lnTo>
                  <a:lnTo>
                    <a:pt x="12000014" y="4355681"/>
                  </a:lnTo>
                  <a:lnTo>
                    <a:pt x="12041645" y="4334395"/>
                  </a:lnTo>
                  <a:lnTo>
                    <a:pt x="12083009" y="4312615"/>
                  </a:lnTo>
                  <a:lnTo>
                    <a:pt x="12124119" y="4290314"/>
                  </a:lnTo>
                  <a:lnTo>
                    <a:pt x="12164936" y="4267530"/>
                  </a:lnTo>
                  <a:lnTo>
                    <a:pt x="12191987" y="4251972"/>
                  </a:lnTo>
                  <a:lnTo>
                    <a:pt x="12191987" y="0"/>
                  </a:lnTo>
                  <a:close/>
                </a:path>
              </a:pathLst>
            </a:custGeom>
            <a:solidFill>
              <a:srgbClr val="7E0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1047750"/>
              <a:ext cx="4762499" cy="47624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54800" y="1985831"/>
            <a:ext cx="4567555" cy="976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200" b="1" spc="-420" dirty="0">
                <a:solidFill>
                  <a:srgbClr val="00C8FF"/>
                </a:solidFill>
                <a:latin typeface="Lucida Sans"/>
                <a:cs typeface="Lucida Sans"/>
              </a:rPr>
              <a:t>MindDocs</a:t>
            </a:r>
            <a:r>
              <a:rPr sz="6200" b="1" spc="-445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6200" b="1" spc="-400" dirty="0">
                <a:solidFill>
                  <a:srgbClr val="00C8FF"/>
                </a:solidFill>
                <a:latin typeface="Lucida Sans"/>
                <a:cs typeface="Lucida Sans"/>
              </a:rPr>
              <a:t>AI</a:t>
            </a:r>
            <a:endParaRPr sz="6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4800" y="3153154"/>
            <a:ext cx="4881880" cy="825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0"/>
              </a:spcBef>
            </a:pPr>
            <a:r>
              <a:rPr sz="2350" b="1" spc="-75" dirty="0">
                <a:solidFill>
                  <a:srgbClr val="FFFFFF"/>
                </a:solidFill>
                <a:latin typeface="Lucida Sans"/>
                <a:cs typeface="Lucida Sans"/>
              </a:rPr>
              <a:t>AI-</a:t>
            </a:r>
            <a:r>
              <a:rPr sz="2350" b="1" spc="-114" dirty="0">
                <a:solidFill>
                  <a:srgbClr val="FFFFFF"/>
                </a:solidFill>
                <a:latin typeface="Lucida Sans"/>
                <a:cs typeface="Lucida Sans"/>
              </a:rPr>
              <a:t>Powered</a:t>
            </a:r>
            <a:r>
              <a:rPr sz="2350" b="1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350" b="1" spc="-100" dirty="0">
                <a:solidFill>
                  <a:srgbClr val="FFFFFF"/>
                </a:solidFill>
                <a:latin typeface="Lucida Sans"/>
                <a:cs typeface="Lucida Sans"/>
              </a:rPr>
              <a:t>Document</a:t>
            </a:r>
            <a:r>
              <a:rPr sz="2350" b="1" spc="-11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350" b="1" spc="-100" dirty="0">
                <a:solidFill>
                  <a:srgbClr val="FFFFFF"/>
                </a:solidFill>
                <a:latin typeface="Lucida Sans"/>
                <a:cs typeface="Lucida Sans"/>
              </a:rPr>
              <a:t>Intelligence </a:t>
            </a:r>
            <a:r>
              <a:rPr sz="2350" b="1" spc="-10" dirty="0">
                <a:solidFill>
                  <a:srgbClr val="FFFFFF"/>
                </a:solidFill>
                <a:latin typeface="Lucida Sans"/>
                <a:cs typeface="Lucida Sans"/>
              </a:rPr>
              <a:t>Platform</a:t>
            </a:r>
            <a:endParaRPr sz="23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4800" y="4560632"/>
            <a:ext cx="1569085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30" dirty="0">
                <a:solidFill>
                  <a:srgbClr val="A0A0A0"/>
                </a:solidFill>
                <a:latin typeface="Lucida Sans"/>
                <a:cs typeface="Lucida Sans"/>
              </a:rPr>
              <a:t>Created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25" dirty="0">
                <a:solidFill>
                  <a:srgbClr val="A0A0A0"/>
                </a:solidFill>
                <a:latin typeface="Lucida Sans"/>
                <a:cs typeface="Lucida Sans"/>
              </a:rPr>
              <a:t>by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A0A0A0"/>
                </a:solidFill>
                <a:latin typeface="Lucida Sans"/>
                <a:cs typeface="Lucida Sans"/>
              </a:rPr>
              <a:t>Shivraj</a:t>
            </a:r>
            <a:endParaRPr sz="14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6999" y="0"/>
            <a:ext cx="5715000" cy="4762500"/>
          </a:xfrm>
          <a:custGeom>
            <a:avLst/>
            <a:gdLst/>
            <a:ahLst/>
            <a:cxnLst/>
            <a:rect l="l" t="t" r="r" b="b"/>
            <a:pathLst>
              <a:path w="5715000" h="4762500">
                <a:moveTo>
                  <a:pt x="3809999" y="4762499"/>
                </a:moveTo>
                <a:lnTo>
                  <a:pt x="3763241" y="4762212"/>
                </a:lnTo>
                <a:lnTo>
                  <a:pt x="3716497" y="4761351"/>
                </a:lnTo>
                <a:lnTo>
                  <a:pt x="3669767" y="4759917"/>
                </a:lnTo>
                <a:lnTo>
                  <a:pt x="3623051" y="4757910"/>
                </a:lnTo>
                <a:lnTo>
                  <a:pt x="3576363" y="4755329"/>
                </a:lnTo>
                <a:lnTo>
                  <a:pt x="3529718" y="4752176"/>
                </a:lnTo>
                <a:lnTo>
                  <a:pt x="3483114" y="4748450"/>
                </a:lnTo>
                <a:lnTo>
                  <a:pt x="3436553" y="4744153"/>
                </a:lnTo>
                <a:lnTo>
                  <a:pt x="3390048" y="4739284"/>
                </a:lnTo>
                <a:lnTo>
                  <a:pt x="3343613" y="4733846"/>
                </a:lnTo>
                <a:lnTo>
                  <a:pt x="3297248" y="4727838"/>
                </a:lnTo>
                <a:lnTo>
                  <a:pt x="3250954" y="4721261"/>
                </a:lnTo>
                <a:lnTo>
                  <a:pt x="3204745" y="4714117"/>
                </a:lnTo>
                <a:lnTo>
                  <a:pt x="3158634" y="4706407"/>
                </a:lnTo>
                <a:lnTo>
                  <a:pt x="3112620" y="4698131"/>
                </a:lnTo>
                <a:lnTo>
                  <a:pt x="3066705" y="4689291"/>
                </a:lnTo>
                <a:lnTo>
                  <a:pt x="3020901" y="4679887"/>
                </a:lnTo>
                <a:lnTo>
                  <a:pt x="2975223" y="4669924"/>
                </a:lnTo>
                <a:lnTo>
                  <a:pt x="2929670" y="4659401"/>
                </a:lnTo>
                <a:lnTo>
                  <a:pt x="2884244" y="4648318"/>
                </a:lnTo>
                <a:lnTo>
                  <a:pt x="2838957" y="4636678"/>
                </a:lnTo>
                <a:lnTo>
                  <a:pt x="2793823" y="4624485"/>
                </a:lnTo>
                <a:lnTo>
                  <a:pt x="2748842" y="4611740"/>
                </a:lnTo>
                <a:lnTo>
                  <a:pt x="2704014" y="4598441"/>
                </a:lnTo>
                <a:lnTo>
                  <a:pt x="2659353" y="4584594"/>
                </a:lnTo>
                <a:lnTo>
                  <a:pt x="2614871" y="4570201"/>
                </a:lnTo>
                <a:lnTo>
                  <a:pt x="2570570" y="4555264"/>
                </a:lnTo>
                <a:lnTo>
                  <a:pt x="2526449" y="4539782"/>
                </a:lnTo>
                <a:lnTo>
                  <a:pt x="2482520" y="4523759"/>
                </a:lnTo>
                <a:lnTo>
                  <a:pt x="2438799" y="4507201"/>
                </a:lnTo>
                <a:lnTo>
                  <a:pt x="2395283" y="4490108"/>
                </a:lnTo>
                <a:lnTo>
                  <a:pt x="2351975" y="4472479"/>
                </a:lnTo>
                <a:lnTo>
                  <a:pt x="2308886" y="4454321"/>
                </a:lnTo>
                <a:lnTo>
                  <a:pt x="2266029" y="4435638"/>
                </a:lnTo>
                <a:lnTo>
                  <a:pt x="2223405" y="4416430"/>
                </a:lnTo>
                <a:lnTo>
                  <a:pt x="2181013" y="4396697"/>
                </a:lnTo>
                <a:lnTo>
                  <a:pt x="2138867" y="4376446"/>
                </a:lnTo>
                <a:lnTo>
                  <a:pt x="2096979" y="4355683"/>
                </a:lnTo>
                <a:lnTo>
                  <a:pt x="2055349" y="4334407"/>
                </a:lnTo>
                <a:lnTo>
                  <a:pt x="2013977" y="4312618"/>
                </a:lnTo>
                <a:lnTo>
                  <a:pt x="1972875" y="4290324"/>
                </a:lnTo>
                <a:lnTo>
                  <a:pt x="1932056" y="4267530"/>
                </a:lnTo>
                <a:lnTo>
                  <a:pt x="1891520" y="4244237"/>
                </a:lnTo>
                <a:lnTo>
                  <a:pt x="1851267" y="4220444"/>
                </a:lnTo>
                <a:lnTo>
                  <a:pt x="1811308" y="4196160"/>
                </a:lnTo>
                <a:lnTo>
                  <a:pt x="1771657" y="4171390"/>
                </a:lnTo>
                <a:lnTo>
                  <a:pt x="1732313" y="4146136"/>
                </a:lnTo>
                <a:lnTo>
                  <a:pt x="1693276" y="4120397"/>
                </a:lnTo>
                <a:lnTo>
                  <a:pt x="1654557" y="4094182"/>
                </a:lnTo>
                <a:lnTo>
                  <a:pt x="1616169" y="4067497"/>
                </a:lnTo>
                <a:lnTo>
                  <a:pt x="1578111" y="4040342"/>
                </a:lnTo>
                <a:lnTo>
                  <a:pt x="1540384" y="4012719"/>
                </a:lnTo>
                <a:lnTo>
                  <a:pt x="1502999" y="3984635"/>
                </a:lnTo>
                <a:lnTo>
                  <a:pt x="1465967" y="3956098"/>
                </a:lnTo>
                <a:lnTo>
                  <a:pt x="1429287" y="3927109"/>
                </a:lnTo>
                <a:lnTo>
                  <a:pt x="1392961" y="3897668"/>
                </a:lnTo>
                <a:lnTo>
                  <a:pt x="1356998" y="3867783"/>
                </a:lnTo>
                <a:lnTo>
                  <a:pt x="1321411" y="3837464"/>
                </a:lnTo>
                <a:lnTo>
                  <a:pt x="1286198" y="3806710"/>
                </a:lnTo>
                <a:lnTo>
                  <a:pt x="1251360" y="3775522"/>
                </a:lnTo>
                <a:lnTo>
                  <a:pt x="1216907" y="3743909"/>
                </a:lnTo>
                <a:lnTo>
                  <a:pt x="1182850" y="3711880"/>
                </a:lnTo>
                <a:lnTo>
                  <a:pt x="1149188" y="3679435"/>
                </a:lnTo>
                <a:lnTo>
                  <a:pt x="1115923" y="3646575"/>
                </a:lnTo>
                <a:lnTo>
                  <a:pt x="1083062" y="3613310"/>
                </a:lnTo>
                <a:lnTo>
                  <a:pt x="1050618" y="3579648"/>
                </a:lnTo>
                <a:lnTo>
                  <a:pt x="1018589" y="3545591"/>
                </a:lnTo>
                <a:lnTo>
                  <a:pt x="986976" y="3511138"/>
                </a:lnTo>
                <a:lnTo>
                  <a:pt x="955787" y="3476300"/>
                </a:lnTo>
                <a:lnTo>
                  <a:pt x="925034" y="3441087"/>
                </a:lnTo>
                <a:lnTo>
                  <a:pt x="894714" y="3405499"/>
                </a:lnTo>
                <a:lnTo>
                  <a:pt x="864830" y="3369537"/>
                </a:lnTo>
                <a:lnTo>
                  <a:pt x="835388" y="3333211"/>
                </a:lnTo>
                <a:lnTo>
                  <a:pt x="806399" y="3296531"/>
                </a:lnTo>
                <a:lnTo>
                  <a:pt x="777862" y="3259499"/>
                </a:lnTo>
                <a:lnTo>
                  <a:pt x="749778" y="3222113"/>
                </a:lnTo>
                <a:lnTo>
                  <a:pt x="722155" y="3184386"/>
                </a:lnTo>
                <a:lnTo>
                  <a:pt x="695001" y="3146328"/>
                </a:lnTo>
                <a:lnTo>
                  <a:pt x="668316" y="3107940"/>
                </a:lnTo>
                <a:lnTo>
                  <a:pt x="642100" y="3069221"/>
                </a:lnTo>
                <a:lnTo>
                  <a:pt x="616361" y="3030184"/>
                </a:lnTo>
                <a:lnTo>
                  <a:pt x="591107" y="2990840"/>
                </a:lnTo>
                <a:lnTo>
                  <a:pt x="566338" y="2951188"/>
                </a:lnTo>
                <a:lnTo>
                  <a:pt x="542053" y="2911230"/>
                </a:lnTo>
                <a:lnTo>
                  <a:pt x="518261" y="2870977"/>
                </a:lnTo>
                <a:lnTo>
                  <a:pt x="494968" y="2830441"/>
                </a:lnTo>
                <a:lnTo>
                  <a:pt x="472174" y="2789622"/>
                </a:lnTo>
                <a:lnTo>
                  <a:pt x="449880" y="2748520"/>
                </a:lnTo>
                <a:lnTo>
                  <a:pt x="428091" y="2707148"/>
                </a:lnTo>
                <a:lnTo>
                  <a:pt x="406815" y="2665518"/>
                </a:lnTo>
                <a:lnTo>
                  <a:pt x="386051" y="2623630"/>
                </a:lnTo>
                <a:lnTo>
                  <a:pt x="365800" y="2581484"/>
                </a:lnTo>
                <a:lnTo>
                  <a:pt x="346068" y="2539092"/>
                </a:lnTo>
                <a:lnTo>
                  <a:pt x="326860" y="2496468"/>
                </a:lnTo>
                <a:lnTo>
                  <a:pt x="308177" y="2453612"/>
                </a:lnTo>
                <a:lnTo>
                  <a:pt x="290018" y="2410523"/>
                </a:lnTo>
                <a:lnTo>
                  <a:pt x="272389" y="2367214"/>
                </a:lnTo>
                <a:lnTo>
                  <a:pt x="255296" y="2323699"/>
                </a:lnTo>
                <a:lnTo>
                  <a:pt x="238738" y="2279977"/>
                </a:lnTo>
                <a:lnTo>
                  <a:pt x="222716" y="2236049"/>
                </a:lnTo>
                <a:lnTo>
                  <a:pt x="207233" y="2191928"/>
                </a:lnTo>
                <a:lnTo>
                  <a:pt x="192296" y="2147626"/>
                </a:lnTo>
                <a:lnTo>
                  <a:pt x="177904" y="2103145"/>
                </a:lnTo>
                <a:lnTo>
                  <a:pt x="164056" y="2058484"/>
                </a:lnTo>
                <a:lnTo>
                  <a:pt x="150758" y="2013656"/>
                </a:lnTo>
                <a:lnTo>
                  <a:pt x="138012" y="1968675"/>
                </a:lnTo>
                <a:lnTo>
                  <a:pt x="125819" y="1923541"/>
                </a:lnTo>
                <a:lnTo>
                  <a:pt x="114180" y="1878253"/>
                </a:lnTo>
                <a:lnTo>
                  <a:pt x="103097" y="1832827"/>
                </a:lnTo>
                <a:lnTo>
                  <a:pt x="92573" y="1787275"/>
                </a:lnTo>
                <a:lnTo>
                  <a:pt x="82610" y="1741597"/>
                </a:lnTo>
                <a:lnTo>
                  <a:pt x="73207" y="1695793"/>
                </a:lnTo>
                <a:lnTo>
                  <a:pt x="64366" y="1649878"/>
                </a:lnTo>
                <a:lnTo>
                  <a:pt x="56091" y="1603864"/>
                </a:lnTo>
                <a:lnTo>
                  <a:pt x="48381" y="1557752"/>
                </a:lnTo>
                <a:lnTo>
                  <a:pt x="41236" y="1511542"/>
                </a:lnTo>
                <a:lnTo>
                  <a:pt x="34659" y="1465248"/>
                </a:lnTo>
                <a:lnTo>
                  <a:pt x="28652" y="1418884"/>
                </a:lnTo>
                <a:lnTo>
                  <a:pt x="23214" y="1372449"/>
                </a:lnTo>
                <a:lnTo>
                  <a:pt x="18346" y="1325945"/>
                </a:lnTo>
                <a:lnTo>
                  <a:pt x="14048" y="1279384"/>
                </a:lnTo>
                <a:lnTo>
                  <a:pt x="10322" y="1232780"/>
                </a:lnTo>
                <a:lnTo>
                  <a:pt x="7169" y="1186135"/>
                </a:lnTo>
                <a:lnTo>
                  <a:pt x="4588" y="1139447"/>
                </a:lnTo>
                <a:lnTo>
                  <a:pt x="2581" y="1092731"/>
                </a:lnTo>
                <a:lnTo>
                  <a:pt x="1147" y="1046001"/>
                </a:lnTo>
                <a:lnTo>
                  <a:pt x="286" y="999258"/>
                </a:lnTo>
                <a:lnTo>
                  <a:pt x="0" y="952499"/>
                </a:lnTo>
                <a:lnTo>
                  <a:pt x="286" y="905741"/>
                </a:lnTo>
                <a:lnTo>
                  <a:pt x="1147" y="858997"/>
                </a:lnTo>
                <a:lnTo>
                  <a:pt x="2581" y="812267"/>
                </a:lnTo>
                <a:lnTo>
                  <a:pt x="4588" y="765552"/>
                </a:lnTo>
                <a:lnTo>
                  <a:pt x="7169" y="718864"/>
                </a:lnTo>
                <a:lnTo>
                  <a:pt x="10322" y="672218"/>
                </a:lnTo>
                <a:lnTo>
                  <a:pt x="14048" y="625615"/>
                </a:lnTo>
                <a:lnTo>
                  <a:pt x="18346" y="579054"/>
                </a:lnTo>
                <a:lnTo>
                  <a:pt x="23214" y="532549"/>
                </a:lnTo>
                <a:lnTo>
                  <a:pt x="28652" y="486115"/>
                </a:lnTo>
                <a:lnTo>
                  <a:pt x="34659" y="439750"/>
                </a:lnTo>
                <a:lnTo>
                  <a:pt x="41236" y="393456"/>
                </a:lnTo>
                <a:lnTo>
                  <a:pt x="48381" y="347246"/>
                </a:lnTo>
                <a:lnTo>
                  <a:pt x="56091" y="301135"/>
                </a:lnTo>
                <a:lnTo>
                  <a:pt x="64366" y="255121"/>
                </a:lnTo>
                <a:lnTo>
                  <a:pt x="73207" y="209205"/>
                </a:lnTo>
                <a:lnTo>
                  <a:pt x="82610" y="163402"/>
                </a:lnTo>
                <a:lnTo>
                  <a:pt x="92573" y="117724"/>
                </a:lnTo>
                <a:lnTo>
                  <a:pt x="103097" y="72172"/>
                </a:lnTo>
                <a:lnTo>
                  <a:pt x="114180" y="26745"/>
                </a:lnTo>
                <a:lnTo>
                  <a:pt x="121054" y="0"/>
                </a:lnTo>
                <a:lnTo>
                  <a:pt x="5715000" y="0"/>
                </a:lnTo>
                <a:lnTo>
                  <a:pt x="5715000" y="4251981"/>
                </a:lnTo>
                <a:lnTo>
                  <a:pt x="5687941" y="4267530"/>
                </a:lnTo>
                <a:lnTo>
                  <a:pt x="5647123" y="4290324"/>
                </a:lnTo>
                <a:lnTo>
                  <a:pt x="5606021" y="4312618"/>
                </a:lnTo>
                <a:lnTo>
                  <a:pt x="5564649" y="4334407"/>
                </a:lnTo>
                <a:lnTo>
                  <a:pt x="5523018" y="4355683"/>
                </a:lnTo>
                <a:lnTo>
                  <a:pt x="5481129" y="4376446"/>
                </a:lnTo>
                <a:lnTo>
                  <a:pt x="5438983" y="4396697"/>
                </a:lnTo>
                <a:lnTo>
                  <a:pt x="5396591" y="4416430"/>
                </a:lnTo>
                <a:lnTo>
                  <a:pt x="5353967" y="4435638"/>
                </a:lnTo>
                <a:lnTo>
                  <a:pt x="5311111" y="4454321"/>
                </a:lnTo>
                <a:lnTo>
                  <a:pt x="5268022" y="4472479"/>
                </a:lnTo>
                <a:lnTo>
                  <a:pt x="5224714" y="4490108"/>
                </a:lnTo>
                <a:lnTo>
                  <a:pt x="5181199" y="4507201"/>
                </a:lnTo>
                <a:lnTo>
                  <a:pt x="5137477" y="4523759"/>
                </a:lnTo>
                <a:lnTo>
                  <a:pt x="5093548" y="4539782"/>
                </a:lnTo>
                <a:lnTo>
                  <a:pt x="5049428" y="4555264"/>
                </a:lnTo>
                <a:lnTo>
                  <a:pt x="5005126" y="4570201"/>
                </a:lnTo>
                <a:lnTo>
                  <a:pt x="4960645" y="4584594"/>
                </a:lnTo>
                <a:lnTo>
                  <a:pt x="4915984" y="4598441"/>
                </a:lnTo>
                <a:lnTo>
                  <a:pt x="4871155" y="4611740"/>
                </a:lnTo>
                <a:lnTo>
                  <a:pt x="4826174" y="4624485"/>
                </a:lnTo>
                <a:lnTo>
                  <a:pt x="4781040" y="4636678"/>
                </a:lnTo>
                <a:lnTo>
                  <a:pt x="4735753" y="4648318"/>
                </a:lnTo>
                <a:lnTo>
                  <a:pt x="4690327" y="4659401"/>
                </a:lnTo>
                <a:lnTo>
                  <a:pt x="4644774" y="4669924"/>
                </a:lnTo>
                <a:lnTo>
                  <a:pt x="4599096" y="4679887"/>
                </a:lnTo>
                <a:lnTo>
                  <a:pt x="4553292" y="4689291"/>
                </a:lnTo>
                <a:lnTo>
                  <a:pt x="4507377" y="4698131"/>
                </a:lnTo>
                <a:lnTo>
                  <a:pt x="4461363" y="4706407"/>
                </a:lnTo>
                <a:lnTo>
                  <a:pt x="4415252" y="4714117"/>
                </a:lnTo>
                <a:lnTo>
                  <a:pt x="4369042" y="4721261"/>
                </a:lnTo>
                <a:lnTo>
                  <a:pt x="4322748" y="4727838"/>
                </a:lnTo>
                <a:lnTo>
                  <a:pt x="4276383" y="4733846"/>
                </a:lnTo>
                <a:lnTo>
                  <a:pt x="4229949" y="4739284"/>
                </a:lnTo>
                <a:lnTo>
                  <a:pt x="4183444" y="4744153"/>
                </a:lnTo>
                <a:lnTo>
                  <a:pt x="4136883" y="4748450"/>
                </a:lnTo>
                <a:lnTo>
                  <a:pt x="4090280" y="4752176"/>
                </a:lnTo>
                <a:lnTo>
                  <a:pt x="4043636" y="4755329"/>
                </a:lnTo>
                <a:lnTo>
                  <a:pt x="3996952" y="4757910"/>
                </a:lnTo>
                <a:lnTo>
                  <a:pt x="3950237" y="4759917"/>
                </a:lnTo>
                <a:lnTo>
                  <a:pt x="3903506" y="4761351"/>
                </a:lnTo>
                <a:lnTo>
                  <a:pt x="3856759" y="4762212"/>
                </a:lnTo>
                <a:lnTo>
                  <a:pt x="3809999" y="4762499"/>
                </a:lnTo>
                <a:close/>
              </a:path>
            </a:pathLst>
          </a:custGeom>
          <a:solidFill>
            <a:srgbClr val="7E0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228849"/>
            <a:ext cx="4953000" cy="4829175"/>
            <a:chOff x="0" y="2228849"/>
            <a:chExt cx="4953000" cy="4829175"/>
          </a:xfrm>
        </p:grpSpPr>
        <p:sp>
          <p:nvSpPr>
            <p:cNvPr id="4" name="object 4"/>
            <p:cNvSpPr/>
            <p:nvPr/>
          </p:nvSpPr>
          <p:spPr>
            <a:xfrm>
              <a:off x="0" y="3248024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4762499" y="3810000"/>
                  </a:moveTo>
                  <a:lnTo>
                    <a:pt x="0" y="3810000"/>
                  </a:lnTo>
                  <a:lnTo>
                    <a:pt x="0" y="121055"/>
                  </a:lnTo>
                  <a:lnTo>
                    <a:pt x="72172" y="103097"/>
                  </a:lnTo>
                  <a:lnTo>
                    <a:pt x="117724" y="92574"/>
                  </a:lnTo>
                  <a:lnTo>
                    <a:pt x="163402" y="82611"/>
                  </a:lnTo>
                  <a:lnTo>
                    <a:pt x="209205" y="73208"/>
                  </a:lnTo>
                  <a:lnTo>
                    <a:pt x="255121" y="64367"/>
                  </a:lnTo>
                  <a:lnTo>
                    <a:pt x="301135" y="56091"/>
                  </a:lnTo>
                  <a:lnTo>
                    <a:pt x="347246" y="48382"/>
                  </a:lnTo>
                  <a:lnTo>
                    <a:pt x="393456" y="41237"/>
                  </a:lnTo>
                  <a:lnTo>
                    <a:pt x="439750" y="34660"/>
                  </a:lnTo>
                  <a:lnTo>
                    <a:pt x="486115" y="28652"/>
                  </a:lnTo>
                  <a:lnTo>
                    <a:pt x="532549" y="23214"/>
                  </a:lnTo>
                  <a:lnTo>
                    <a:pt x="579054" y="18346"/>
                  </a:lnTo>
                  <a:lnTo>
                    <a:pt x="625615" y="14048"/>
                  </a:lnTo>
                  <a:lnTo>
                    <a:pt x="672218" y="10323"/>
                  </a:lnTo>
                  <a:lnTo>
                    <a:pt x="718864" y="7169"/>
                  </a:lnTo>
                  <a:lnTo>
                    <a:pt x="765552" y="4589"/>
                  </a:lnTo>
                  <a:lnTo>
                    <a:pt x="812267" y="2581"/>
                  </a:lnTo>
                  <a:lnTo>
                    <a:pt x="858997" y="1147"/>
                  </a:lnTo>
                  <a:lnTo>
                    <a:pt x="905741" y="286"/>
                  </a:lnTo>
                  <a:lnTo>
                    <a:pt x="952499" y="0"/>
                  </a:lnTo>
                  <a:lnTo>
                    <a:pt x="999258" y="286"/>
                  </a:lnTo>
                  <a:lnTo>
                    <a:pt x="1046001" y="1147"/>
                  </a:lnTo>
                  <a:lnTo>
                    <a:pt x="1092731" y="2581"/>
                  </a:lnTo>
                  <a:lnTo>
                    <a:pt x="1139447" y="4589"/>
                  </a:lnTo>
                  <a:lnTo>
                    <a:pt x="1186135" y="7169"/>
                  </a:lnTo>
                  <a:lnTo>
                    <a:pt x="1232780" y="10323"/>
                  </a:lnTo>
                  <a:lnTo>
                    <a:pt x="1279384" y="14048"/>
                  </a:lnTo>
                  <a:lnTo>
                    <a:pt x="1325945" y="18346"/>
                  </a:lnTo>
                  <a:lnTo>
                    <a:pt x="1372449" y="23214"/>
                  </a:lnTo>
                  <a:lnTo>
                    <a:pt x="1418884" y="28652"/>
                  </a:lnTo>
                  <a:lnTo>
                    <a:pt x="1465248" y="34660"/>
                  </a:lnTo>
                  <a:lnTo>
                    <a:pt x="1511542" y="41237"/>
                  </a:lnTo>
                  <a:lnTo>
                    <a:pt x="1557752" y="48382"/>
                  </a:lnTo>
                  <a:lnTo>
                    <a:pt x="1603864" y="56091"/>
                  </a:lnTo>
                  <a:lnTo>
                    <a:pt x="1649878" y="64367"/>
                  </a:lnTo>
                  <a:lnTo>
                    <a:pt x="1695793" y="73208"/>
                  </a:lnTo>
                  <a:lnTo>
                    <a:pt x="1741597" y="82611"/>
                  </a:lnTo>
                  <a:lnTo>
                    <a:pt x="1787275" y="92574"/>
                  </a:lnTo>
                  <a:lnTo>
                    <a:pt x="1832827" y="103097"/>
                  </a:lnTo>
                  <a:lnTo>
                    <a:pt x="1878254" y="114180"/>
                  </a:lnTo>
                  <a:lnTo>
                    <a:pt x="1923541" y="125820"/>
                  </a:lnTo>
                  <a:lnTo>
                    <a:pt x="1968675" y="138012"/>
                  </a:lnTo>
                  <a:lnTo>
                    <a:pt x="2013656" y="150758"/>
                  </a:lnTo>
                  <a:lnTo>
                    <a:pt x="2058484" y="164057"/>
                  </a:lnTo>
                  <a:lnTo>
                    <a:pt x="2103145" y="177904"/>
                  </a:lnTo>
                  <a:lnTo>
                    <a:pt x="2147626" y="192297"/>
                  </a:lnTo>
                  <a:lnTo>
                    <a:pt x="2191928" y="207234"/>
                  </a:lnTo>
                  <a:lnTo>
                    <a:pt x="2236049" y="222716"/>
                  </a:lnTo>
                  <a:lnTo>
                    <a:pt x="2279977" y="238739"/>
                  </a:lnTo>
                  <a:lnTo>
                    <a:pt x="2323699" y="255296"/>
                  </a:lnTo>
                  <a:lnTo>
                    <a:pt x="2367214" y="272390"/>
                  </a:lnTo>
                  <a:lnTo>
                    <a:pt x="2410523" y="290018"/>
                  </a:lnTo>
                  <a:lnTo>
                    <a:pt x="2453612" y="308177"/>
                  </a:lnTo>
                  <a:lnTo>
                    <a:pt x="2496468" y="326860"/>
                  </a:lnTo>
                  <a:lnTo>
                    <a:pt x="2539092" y="346067"/>
                  </a:lnTo>
                  <a:lnTo>
                    <a:pt x="2581484" y="365800"/>
                  </a:lnTo>
                  <a:lnTo>
                    <a:pt x="2623630" y="386051"/>
                  </a:lnTo>
                  <a:lnTo>
                    <a:pt x="2665518" y="406814"/>
                  </a:lnTo>
                  <a:lnTo>
                    <a:pt x="2707148" y="428091"/>
                  </a:lnTo>
                  <a:lnTo>
                    <a:pt x="2748520" y="449879"/>
                  </a:lnTo>
                  <a:lnTo>
                    <a:pt x="2789622" y="472174"/>
                  </a:lnTo>
                  <a:lnTo>
                    <a:pt x="2830441" y="494968"/>
                  </a:lnTo>
                  <a:lnTo>
                    <a:pt x="2870977" y="518261"/>
                  </a:lnTo>
                  <a:lnTo>
                    <a:pt x="2911230" y="542053"/>
                  </a:lnTo>
                  <a:lnTo>
                    <a:pt x="2951188" y="566338"/>
                  </a:lnTo>
                  <a:lnTo>
                    <a:pt x="2990840" y="591107"/>
                  </a:lnTo>
                  <a:lnTo>
                    <a:pt x="3030184" y="616361"/>
                  </a:lnTo>
                  <a:lnTo>
                    <a:pt x="3069221" y="642100"/>
                  </a:lnTo>
                  <a:lnTo>
                    <a:pt x="3107940" y="668316"/>
                  </a:lnTo>
                  <a:lnTo>
                    <a:pt x="3146328" y="695001"/>
                  </a:lnTo>
                  <a:lnTo>
                    <a:pt x="3184386" y="722155"/>
                  </a:lnTo>
                  <a:lnTo>
                    <a:pt x="3222113" y="749778"/>
                  </a:lnTo>
                  <a:lnTo>
                    <a:pt x="3259499" y="777863"/>
                  </a:lnTo>
                  <a:lnTo>
                    <a:pt x="3296531" y="806399"/>
                  </a:lnTo>
                  <a:lnTo>
                    <a:pt x="3333211" y="835388"/>
                  </a:lnTo>
                  <a:lnTo>
                    <a:pt x="3369537" y="864830"/>
                  </a:lnTo>
                  <a:lnTo>
                    <a:pt x="3405500" y="894714"/>
                  </a:lnTo>
                  <a:lnTo>
                    <a:pt x="3441087" y="925033"/>
                  </a:lnTo>
                  <a:lnTo>
                    <a:pt x="3476300" y="955787"/>
                  </a:lnTo>
                  <a:lnTo>
                    <a:pt x="3511138" y="986975"/>
                  </a:lnTo>
                  <a:lnTo>
                    <a:pt x="3545591" y="1018589"/>
                  </a:lnTo>
                  <a:lnTo>
                    <a:pt x="3579648" y="1050617"/>
                  </a:lnTo>
                  <a:lnTo>
                    <a:pt x="3613310" y="1083062"/>
                  </a:lnTo>
                  <a:lnTo>
                    <a:pt x="3646575" y="1115922"/>
                  </a:lnTo>
                  <a:lnTo>
                    <a:pt x="3679435" y="1149188"/>
                  </a:lnTo>
                  <a:lnTo>
                    <a:pt x="3711880" y="1182850"/>
                  </a:lnTo>
                  <a:lnTo>
                    <a:pt x="3743909" y="1216907"/>
                  </a:lnTo>
                  <a:lnTo>
                    <a:pt x="3775522" y="1251360"/>
                  </a:lnTo>
                  <a:lnTo>
                    <a:pt x="3806710" y="1286198"/>
                  </a:lnTo>
                  <a:lnTo>
                    <a:pt x="3837464" y="1321411"/>
                  </a:lnTo>
                  <a:lnTo>
                    <a:pt x="3867784" y="1356998"/>
                  </a:lnTo>
                  <a:lnTo>
                    <a:pt x="3897668" y="1392961"/>
                  </a:lnTo>
                  <a:lnTo>
                    <a:pt x="3927110" y="1429287"/>
                  </a:lnTo>
                  <a:lnTo>
                    <a:pt x="3956098" y="1465967"/>
                  </a:lnTo>
                  <a:lnTo>
                    <a:pt x="3984635" y="1502999"/>
                  </a:lnTo>
                  <a:lnTo>
                    <a:pt x="4012719" y="1540385"/>
                  </a:lnTo>
                  <a:lnTo>
                    <a:pt x="4040342" y="1578112"/>
                  </a:lnTo>
                  <a:lnTo>
                    <a:pt x="4067497" y="1616170"/>
                  </a:lnTo>
                  <a:lnTo>
                    <a:pt x="4094182" y="1654558"/>
                  </a:lnTo>
                  <a:lnTo>
                    <a:pt x="4120398" y="1693276"/>
                  </a:lnTo>
                  <a:lnTo>
                    <a:pt x="4146137" y="1732313"/>
                  </a:lnTo>
                  <a:lnTo>
                    <a:pt x="4171391" y="1771657"/>
                  </a:lnTo>
                  <a:lnTo>
                    <a:pt x="4196160" y="1811308"/>
                  </a:lnTo>
                  <a:lnTo>
                    <a:pt x="4220444" y="1851267"/>
                  </a:lnTo>
                  <a:lnTo>
                    <a:pt x="4244237" y="1891520"/>
                  </a:lnTo>
                  <a:lnTo>
                    <a:pt x="4267530" y="1932056"/>
                  </a:lnTo>
                  <a:lnTo>
                    <a:pt x="4290324" y="1972875"/>
                  </a:lnTo>
                  <a:lnTo>
                    <a:pt x="4312619" y="2013977"/>
                  </a:lnTo>
                  <a:lnTo>
                    <a:pt x="4334407" y="2055349"/>
                  </a:lnTo>
                  <a:lnTo>
                    <a:pt x="4355683" y="2096979"/>
                  </a:lnTo>
                  <a:lnTo>
                    <a:pt x="4376447" y="2138867"/>
                  </a:lnTo>
                  <a:lnTo>
                    <a:pt x="4396698" y="2181013"/>
                  </a:lnTo>
                  <a:lnTo>
                    <a:pt x="4416430" y="2223405"/>
                  </a:lnTo>
                  <a:lnTo>
                    <a:pt x="4435638" y="2266029"/>
                  </a:lnTo>
                  <a:lnTo>
                    <a:pt x="4454321" y="2308885"/>
                  </a:lnTo>
                  <a:lnTo>
                    <a:pt x="4472480" y="2351974"/>
                  </a:lnTo>
                  <a:lnTo>
                    <a:pt x="4490108" y="2395283"/>
                  </a:lnTo>
                  <a:lnTo>
                    <a:pt x="4507201" y="2438798"/>
                  </a:lnTo>
                  <a:lnTo>
                    <a:pt x="4523759" y="2482520"/>
                  </a:lnTo>
                  <a:lnTo>
                    <a:pt x="4539782" y="2526448"/>
                  </a:lnTo>
                  <a:lnTo>
                    <a:pt x="4555264" y="2570569"/>
                  </a:lnTo>
                  <a:lnTo>
                    <a:pt x="4570201" y="2614871"/>
                  </a:lnTo>
                  <a:lnTo>
                    <a:pt x="4584594" y="2659352"/>
                  </a:lnTo>
                  <a:lnTo>
                    <a:pt x="4598442" y="2704014"/>
                  </a:lnTo>
                  <a:lnTo>
                    <a:pt x="4611740" y="2748842"/>
                  </a:lnTo>
                  <a:lnTo>
                    <a:pt x="4624486" y="2793823"/>
                  </a:lnTo>
                  <a:lnTo>
                    <a:pt x="4636678" y="2838957"/>
                  </a:lnTo>
                  <a:lnTo>
                    <a:pt x="4648318" y="2884245"/>
                  </a:lnTo>
                  <a:lnTo>
                    <a:pt x="4659401" y="2929671"/>
                  </a:lnTo>
                  <a:lnTo>
                    <a:pt x="4669924" y="2975223"/>
                  </a:lnTo>
                  <a:lnTo>
                    <a:pt x="4679887" y="3020901"/>
                  </a:lnTo>
                  <a:lnTo>
                    <a:pt x="4689291" y="3066705"/>
                  </a:lnTo>
                  <a:lnTo>
                    <a:pt x="4698131" y="3112620"/>
                  </a:lnTo>
                  <a:lnTo>
                    <a:pt x="4706407" y="3158634"/>
                  </a:lnTo>
                  <a:lnTo>
                    <a:pt x="4714117" y="3204746"/>
                  </a:lnTo>
                  <a:lnTo>
                    <a:pt x="4721261" y="3250955"/>
                  </a:lnTo>
                  <a:lnTo>
                    <a:pt x="4727838" y="3297249"/>
                  </a:lnTo>
                  <a:lnTo>
                    <a:pt x="4733846" y="3343614"/>
                  </a:lnTo>
                  <a:lnTo>
                    <a:pt x="4739284" y="3390048"/>
                  </a:lnTo>
                  <a:lnTo>
                    <a:pt x="4744153" y="3436553"/>
                  </a:lnTo>
                  <a:lnTo>
                    <a:pt x="4748450" y="3483114"/>
                  </a:lnTo>
                  <a:lnTo>
                    <a:pt x="4752176" y="3529718"/>
                  </a:lnTo>
                  <a:lnTo>
                    <a:pt x="4755329" y="3576363"/>
                  </a:lnTo>
                  <a:lnTo>
                    <a:pt x="4757910" y="3623051"/>
                  </a:lnTo>
                  <a:lnTo>
                    <a:pt x="4759918" y="3669767"/>
                  </a:lnTo>
                  <a:lnTo>
                    <a:pt x="4761352" y="3716497"/>
                  </a:lnTo>
                  <a:lnTo>
                    <a:pt x="4762212" y="3763241"/>
                  </a:lnTo>
                  <a:lnTo>
                    <a:pt x="4762499" y="3810000"/>
                  </a:lnTo>
                  <a:close/>
                </a:path>
              </a:pathLst>
            </a:custGeom>
            <a:solidFill>
              <a:srgbClr val="7E0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2228849"/>
              <a:ext cx="3809999" cy="3809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8267" y="483464"/>
            <a:ext cx="39795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3025" marR="5080" indent="-1330960">
              <a:lnSpc>
                <a:spcPct val="108400"/>
              </a:lnSpc>
              <a:spcBef>
                <a:spcPts val="100"/>
              </a:spcBef>
            </a:pPr>
            <a:r>
              <a:rPr spc="-530" dirty="0"/>
              <a:t>The</a:t>
            </a:r>
            <a:r>
              <a:rPr spc="-400" dirty="0"/>
              <a:t> </a:t>
            </a:r>
            <a:r>
              <a:rPr spc="-455" dirty="0"/>
              <a:t>Productivity </a:t>
            </a:r>
            <a:r>
              <a:rPr spc="-525" dirty="0"/>
              <a:t>Drain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59669" y="6202502"/>
            <a:ext cx="29768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130" dirty="0">
                <a:solidFill>
                  <a:srgbClr val="FF4D4D"/>
                </a:solidFill>
                <a:latin typeface="Lucida Sans"/>
                <a:cs typeface="Lucida Sans"/>
              </a:rPr>
              <a:t>52%</a:t>
            </a:r>
            <a:r>
              <a:rPr sz="1500" b="1" spc="-90" dirty="0">
                <a:solidFill>
                  <a:srgbClr val="FF4D4D"/>
                </a:solidFill>
                <a:latin typeface="Lucida Sans"/>
                <a:cs typeface="Lucida Sans"/>
              </a:rPr>
              <a:t> </a:t>
            </a:r>
            <a:r>
              <a:rPr sz="1500" b="1" spc="-114" dirty="0">
                <a:solidFill>
                  <a:srgbClr val="FF4D4D"/>
                </a:solidFill>
                <a:latin typeface="Lucida Sans"/>
                <a:cs typeface="Lucida Sans"/>
              </a:rPr>
              <a:t>of</a:t>
            </a:r>
            <a:r>
              <a:rPr sz="1500" b="1" spc="-90" dirty="0">
                <a:solidFill>
                  <a:srgbClr val="FF4D4D"/>
                </a:solidFill>
                <a:latin typeface="Lucida Sans"/>
                <a:cs typeface="Lucida Sans"/>
              </a:rPr>
              <a:t> </a:t>
            </a:r>
            <a:r>
              <a:rPr sz="1500" b="1" spc="-60" dirty="0">
                <a:solidFill>
                  <a:srgbClr val="FF4D4D"/>
                </a:solidFill>
                <a:latin typeface="Lucida Sans"/>
                <a:cs typeface="Lucida Sans"/>
              </a:rPr>
              <a:t>time</a:t>
            </a:r>
            <a:r>
              <a:rPr sz="1500" b="1" spc="-90" dirty="0">
                <a:solidFill>
                  <a:srgbClr val="FF4D4D"/>
                </a:solidFill>
                <a:latin typeface="Lucida Sans"/>
                <a:cs typeface="Lucida Sans"/>
              </a:rPr>
              <a:t> wasted</a:t>
            </a:r>
            <a:r>
              <a:rPr sz="1500" b="1" spc="-85" dirty="0">
                <a:solidFill>
                  <a:srgbClr val="FF4D4D"/>
                </a:solidFill>
                <a:latin typeface="Lucida Sans"/>
                <a:cs typeface="Lucida Sans"/>
              </a:rPr>
              <a:t> reading</a:t>
            </a:r>
            <a:r>
              <a:rPr sz="1500" b="1" spc="-90" dirty="0">
                <a:solidFill>
                  <a:srgbClr val="FF4D4D"/>
                </a:solidFill>
                <a:latin typeface="Lucida Sans"/>
                <a:cs typeface="Lucida Sans"/>
              </a:rPr>
              <a:t> </a:t>
            </a:r>
            <a:r>
              <a:rPr sz="1500" b="1" spc="-20" dirty="0">
                <a:solidFill>
                  <a:srgbClr val="FF4D4D"/>
                </a:solidFill>
                <a:latin typeface="Lucida Sans"/>
                <a:cs typeface="Lucida Sans"/>
              </a:rPr>
              <a:t>PDFs</a:t>
            </a:r>
            <a:endParaRPr sz="1500">
              <a:latin typeface="Lucida Sans"/>
              <a:cs typeface="Lucida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67499" y="2085974"/>
            <a:ext cx="4953000" cy="733425"/>
            <a:chOff x="6667499" y="2085974"/>
            <a:chExt cx="4953000" cy="733425"/>
          </a:xfrm>
        </p:grpSpPr>
        <p:sp>
          <p:nvSpPr>
            <p:cNvPr id="9" name="object 9"/>
            <p:cNvSpPr/>
            <p:nvPr/>
          </p:nvSpPr>
          <p:spPr>
            <a:xfrm>
              <a:off x="6677024" y="2095499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4800599" y="714374"/>
                  </a:moveTo>
                  <a:lnTo>
                    <a:pt x="133349" y="714374"/>
                  </a:lnTo>
                  <a:lnTo>
                    <a:pt x="126798" y="714214"/>
                  </a:lnTo>
                  <a:lnTo>
                    <a:pt x="88432" y="706582"/>
                  </a:lnTo>
                  <a:lnTo>
                    <a:pt x="53906" y="688128"/>
                  </a:lnTo>
                  <a:lnTo>
                    <a:pt x="26245" y="660467"/>
                  </a:lnTo>
                  <a:lnTo>
                    <a:pt x="7791" y="625941"/>
                  </a:lnTo>
                  <a:lnTo>
                    <a:pt x="160" y="587576"/>
                  </a:lnTo>
                  <a:lnTo>
                    <a:pt x="0" y="581024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9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77024" y="2095499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0" y="581024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5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9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lnTo>
                    <a:pt x="133349" y="714374"/>
                  </a:lnTo>
                  <a:lnTo>
                    <a:pt x="94639" y="708633"/>
                  </a:lnTo>
                  <a:lnTo>
                    <a:pt x="59264" y="691900"/>
                  </a:lnTo>
                  <a:lnTo>
                    <a:pt x="30267" y="665621"/>
                  </a:lnTo>
                  <a:lnTo>
                    <a:pt x="10149" y="632055"/>
                  </a:lnTo>
                  <a:lnTo>
                    <a:pt x="640" y="594095"/>
                  </a:lnTo>
                  <a:lnTo>
                    <a:pt x="0" y="581024"/>
                  </a:lnTo>
                  <a:close/>
                </a:path>
              </a:pathLst>
            </a:custGeom>
            <a:ln w="19049">
              <a:solidFill>
                <a:srgbClr val="3A7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049" y="2343149"/>
              <a:ext cx="157162" cy="2095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166673" y="2300215"/>
            <a:ext cx="2719705" cy="279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-50" dirty="0">
                <a:solidFill>
                  <a:srgbClr val="FFFFFF"/>
                </a:solidFill>
                <a:latin typeface="Lucida Sans"/>
                <a:cs typeface="Lucida Sans"/>
              </a:rPr>
              <a:t>"I</a:t>
            </a:r>
            <a:r>
              <a:rPr sz="1650" spc="-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50" dirty="0">
                <a:solidFill>
                  <a:srgbClr val="FFFFFF"/>
                </a:solidFill>
                <a:latin typeface="Lucida Sans"/>
                <a:cs typeface="Lucida Sans"/>
              </a:rPr>
              <a:t>never</a:t>
            </a:r>
            <a:r>
              <a:rPr sz="1650" spc="-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70" dirty="0">
                <a:solidFill>
                  <a:srgbClr val="FFFFFF"/>
                </a:solidFill>
                <a:latin typeface="Lucida Sans"/>
                <a:cs typeface="Lucida Sans"/>
              </a:rPr>
              <a:t>finish</a:t>
            </a:r>
            <a:r>
              <a:rPr sz="1650" spc="-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Lucida Sans"/>
                <a:cs typeface="Lucida Sans"/>
              </a:rPr>
              <a:t>white-</a:t>
            </a:r>
            <a:r>
              <a:rPr sz="1650" spc="-75" dirty="0">
                <a:solidFill>
                  <a:srgbClr val="FFFFFF"/>
                </a:solidFill>
                <a:latin typeface="Lucida Sans"/>
                <a:cs typeface="Lucida Sans"/>
              </a:rPr>
              <a:t>papers."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38925" y="2362199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95249" y="190499"/>
                </a:moveTo>
                <a:lnTo>
                  <a:pt x="0" y="95249"/>
                </a:lnTo>
                <a:lnTo>
                  <a:pt x="95249" y="0"/>
                </a:lnTo>
                <a:lnTo>
                  <a:pt x="95249" y="190499"/>
                </a:lnTo>
                <a:close/>
              </a:path>
            </a:pathLst>
          </a:custGeom>
          <a:solidFill>
            <a:srgbClr val="3A7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667499" y="3047999"/>
            <a:ext cx="4953000" cy="733425"/>
            <a:chOff x="6667499" y="3047999"/>
            <a:chExt cx="4953000" cy="733425"/>
          </a:xfrm>
        </p:grpSpPr>
        <p:sp>
          <p:nvSpPr>
            <p:cNvPr id="15" name="object 15"/>
            <p:cNvSpPr/>
            <p:nvPr/>
          </p:nvSpPr>
          <p:spPr>
            <a:xfrm>
              <a:off x="6677024" y="3057524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4800599" y="714374"/>
                  </a:moveTo>
                  <a:lnTo>
                    <a:pt x="133349" y="714374"/>
                  </a:lnTo>
                  <a:lnTo>
                    <a:pt x="126798" y="714214"/>
                  </a:lnTo>
                  <a:lnTo>
                    <a:pt x="88432" y="706582"/>
                  </a:lnTo>
                  <a:lnTo>
                    <a:pt x="53906" y="688128"/>
                  </a:lnTo>
                  <a:lnTo>
                    <a:pt x="26245" y="660467"/>
                  </a:lnTo>
                  <a:lnTo>
                    <a:pt x="7791" y="625941"/>
                  </a:lnTo>
                  <a:lnTo>
                    <a:pt x="160" y="587576"/>
                  </a:lnTo>
                  <a:lnTo>
                    <a:pt x="0" y="581024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8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77024" y="3057524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0" y="581024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5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8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lnTo>
                    <a:pt x="133349" y="714374"/>
                  </a:lnTo>
                  <a:lnTo>
                    <a:pt x="94639" y="708634"/>
                  </a:lnTo>
                  <a:lnTo>
                    <a:pt x="59264" y="691900"/>
                  </a:lnTo>
                  <a:lnTo>
                    <a:pt x="30267" y="665621"/>
                  </a:lnTo>
                  <a:lnTo>
                    <a:pt x="10149" y="632055"/>
                  </a:lnTo>
                  <a:lnTo>
                    <a:pt x="640" y="594095"/>
                  </a:lnTo>
                  <a:lnTo>
                    <a:pt x="0" y="581024"/>
                  </a:lnTo>
                  <a:close/>
                </a:path>
              </a:pathLst>
            </a:custGeom>
            <a:ln w="19049">
              <a:solidFill>
                <a:srgbClr val="3A7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049" y="3305174"/>
              <a:ext cx="209550" cy="2095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219060" y="3262241"/>
            <a:ext cx="2446655" cy="279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-80" dirty="0">
                <a:solidFill>
                  <a:srgbClr val="FFFFFF"/>
                </a:solidFill>
                <a:latin typeface="Lucida Sans"/>
                <a:cs typeface="Lucida Sans"/>
              </a:rPr>
              <a:t>"Translations</a:t>
            </a:r>
            <a:r>
              <a:rPr sz="1650" spc="-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55" dirty="0">
                <a:solidFill>
                  <a:srgbClr val="FFFFFF"/>
                </a:solidFill>
                <a:latin typeface="Lucida Sans"/>
                <a:cs typeface="Lucida Sans"/>
              </a:rPr>
              <a:t>delay</a:t>
            </a:r>
            <a:r>
              <a:rPr sz="1650" spc="-75" dirty="0">
                <a:solidFill>
                  <a:srgbClr val="FFFFFF"/>
                </a:solidFill>
                <a:latin typeface="Lucida Sans"/>
                <a:cs typeface="Lucida Sans"/>
              </a:rPr>
              <a:t> deals."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38925" y="3324225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95249" y="190499"/>
                </a:moveTo>
                <a:lnTo>
                  <a:pt x="0" y="95249"/>
                </a:lnTo>
                <a:lnTo>
                  <a:pt x="95249" y="0"/>
                </a:lnTo>
                <a:lnTo>
                  <a:pt x="95249" y="190499"/>
                </a:lnTo>
                <a:close/>
              </a:path>
            </a:pathLst>
          </a:custGeom>
          <a:solidFill>
            <a:srgbClr val="3A7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6667499" y="4010024"/>
            <a:ext cx="4953000" cy="733425"/>
            <a:chOff x="6667499" y="4010024"/>
            <a:chExt cx="4953000" cy="733425"/>
          </a:xfrm>
        </p:grpSpPr>
        <p:sp>
          <p:nvSpPr>
            <p:cNvPr id="21" name="object 21"/>
            <p:cNvSpPr/>
            <p:nvPr/>
          </p:nvSpPr>
          <p:spPr>
            <a:xfrm>
              <a:off x="6677024" y="4019549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4800599" y="714374"/>
                  </a:moveTo>
                  <a:lnTo>
                    <a:pt x="133349" y="714374"/>
                  </a:lnTo>
                  <a:lnTo>
                    <a:pt x="126798" y="714214"/>
                  </a:lnTo>
                  <a:lnTo>
                    <a:pt x="88432" y="706582"/>
                  </a:lnTo>
                  <a:lnTo>
                    <a:pt x="53906" y="688128"/>
                  </a:lnTo>
                  <a:lnTo>
                    <a:pt x="26245" y="660467"/>
                  </a:lnTo>
                  <a:lnTo>
                    <a:pt x="7791" y="625941"/>
                  </a:lnTo>
                  <a:lnTo>
                    <a:pt x="160" y="587576"/>
                  </a:lnTo>
                  <a:lnTo>
                    <a:pt x="0" y="581024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49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8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77024" y="4019549"/>
              <a:ext cx="4933950" cy="714375"/>
            </a:xfrm>
            <a:custGeom>
              <a:avLst/>
              <a:gdLst/>
              <a:ahLst/>
              <a:cxnLst/>
              <a:rect l="l" t="t" r="r" b="b"/>
              <a:pathLst>
                <a:path w="4933950" h="714375">
                  <a:moveTo>
                    <a:pt x="0" y="581024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5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8" y="5740"/>
                  </a:lnTo>
                  <a:lnTo>
                    <a:pt x="4874683" y="22473"/>
                  </a:lnTo>
                  <a:lnTo>
                    <a:pt x="4903680" y="48752"/>
                  </a:lnTo>
                  <a:lnTo>
                    <a:pt x="4923796" y="82318"/>
                  </a:lnTo>
                  <a:lnTo>
                    <a:pt x="4933307" y="120278"/>
                  </a:lnTo>
                  <a:lnTo>
                    <a:pt x="4933949" y="133349"/>
                  </a:lnTo>
                  <a:lnTo>
                    <a:pt x="4933949" y="581024"/>
                  </a:lnTo>
                  <a:lnTo>
                    <a:pt x="4928206" y="619734"/>
                  </a:lnTo>
                  <a:lnTo>
                    <a:pt x="4911474" y="655109"/>
                  </a:lnTo>
                  <a:lnTo>
                    <a:pt x="4885195" y="684106"/>
                  </a:lnTo>
                  <a:lnTo>
                    <a:pt x="4851629" y="704223"/>
                  </a:lnTo>
                  <a:lnTo>
                    <a:pt x="4813670" y="713734"/>
                  </a:lnTo>
                  <a:lnTo>
                    <a:pt x="4800599" y="714374"/>
                  </a:lnTo>
                  <a:lnTo>
                    <a:pt x="133349" y="714374"/>
                  </a:lnTo>
                  <a:lnTo>
                    <a:pt x="94639" y="708633"/>
                  </a:lnTo>
                  <a:lnTo>
                    <a:pt x="59264" y="691900"/>
                  </a:lnTo>
                  <a:lnTo>
                    <a:pt x="30267" y="665621"/>
                  </a:lnTo>
                  <a:lnTo>
                    <a:pt x="10149" y="632055"/>
                  </a:lnTo>
                  <a:lnTo>
                    <a:pt x="640" y="594095"/>
                  </a:lnTo>
                  <a:lnTo>
                    <a:pt x="0" y="581024"/>
                  </a:lnTo>
                  <a:close/>
                </a:path>
              </a:pathLst>
            </a:custGeom>
            <a:ln w="19049">
              <a:solidFill>
                <a:srgbClr val="3A7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7049" y="4267199"/>
              <a:ext cx="209549" cy="2095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219060" y="4224265"/>
            <a:ext cx="3020695" cy="279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-35" dirty="0">
                <a:solidFill>
                  <a:srgbClr val="FFFFFF"/>
                </a:solidFill>
                <a:latin typeface="Lucida Sans"/>
                <a:cs typeface="Lucida Sans"/>
              </a:rPr>
              <a:t>"Finding</a:t>
            </a:r>
            <a:r>
              <a:rPr sz="1650" spc="-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55" dirty="0">
                <a:solidFill>
                  <a:srgbClr val="FFFFFF"/>
                </a:solidFill>
                <a:latin typeface="Lucida Sans"/>
                <a:cs typeface="Lucida Sans"/>
              </a:rPr>
              <a:t>answers</a:t>
            </a:r>
            <a:r>
              <a:rPr sz="1650" spc="-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100" dirty="0">
                <a:solidFill>
                  <a:srgbClr val="FFFFFF"/>
                </a:solidFill>
                <a:latin typeface="Lucida Sans"/>
                <a:cs typeface="Lucida Sans"/>
              </a:rPr>
              <a:t>is</a:t>
            </a:r>
            <a:r>
              <a:rPr sz="1650" spc="-9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spc="-70" dirty="0">
                <a:solidFill>
                  <a:srgbClr val="FFFFFF"/>
                </a:solidFill>
                <a:latin typeface="Lucida Sans"/>
                <a:cs typeface="Lucida Sans"/>
              </a:rPr>
              <a:t>frustrating."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38925" y="4286249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95249" y="190499"/>
                </a:moveTo>
                <a:lnTo>
                  <a:pt x="0" y="95249"/>
                </a:lnTo>
                <a:lnTo>
                  <a:pt x="95249" y="0"/>
                </a:lnTo>
                <a:lnTo>
                  <a:pt x="95249" y="190499"/>
                </a:lnTo>
                <a:close/>
              </a:path>
            </a:pathLst>
          </a:custGeom>
          <a:solidFill>
            <a:srgbClr val="3A7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10401299" y="6543675"/>
            <a:ext cx="1600200" cy="323850"/>
            <a:chOff x="10401299" y="6543675"/>
            <a:chExt cx="1600200" cy="323850"/>
          </a:xfrm>
        </p:grpSpPr>
        <p:sp>
          <p:nvSpPr>
            <p:cNvPr id="27" name="object 27"/>
            <p:cNvSpPr/>
            <p:nvPr/>
          </p:nvSpPr>
          <p:spPr>
            <a:xfrm>
              <a:off x="10401299" y="6543675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5599" y="6638924"/>
              <a:ext cx="133349" cy="1333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689232" y="6646074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40" dirty="0">
                <a:solidFill>
                  <a:srgbClr val="FFFFFF"/>
                </a:solidFill>
                <a:latin typeface="Verdana"/>
                <a:cs typeface="Verdana"/>
              </a:rPr>
              <a:t>Made</a:t>
            </a:r>
            <a:r>
              <a:rPr sz="10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Verdana"/>
                <a:cs typeface="Verdana"/>
              </a:rPr>
              <a:t>Genspark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3ABA51-E853-C649-1F11-F7FEF8B2D2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81"/>
            <a:ext cx="12196939" cy="6876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8499" y="571500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499" y="5714999"/>
                </a:moveTo>
                <a:lnTo>
                  <a:pt x="2787373" y="5714138"/>
                </a:lnTo>
                <a:lnTo>
                  <a:pt x="2717289" y="5711557"/>
                </a:lnTo>
                <a:lnTo>
                  <a:pt x="2647289" y="5707257"/>
                </a:lnTo>
                <a:lnTo>
                  <a:pt x="2577416" y="5701239"/>
                </a:lnTo>
                <a:lnTo>
                  <a:pt x="2507711" y="5693509"/>
                </a:lnTo>
                <a:lnTo>
                  <a:pt x="2438217" y="5684071"/>
                </a:lnTo>
                <a:lnTo>
                  <a:pt x="2368976" y="5672930"/>
                </a:lnTo>
                <a:lnTo>
                  <a:pt x="2300029" y="5660092"/>
                </a:lnTo>
                <a:lnTo>
                  <a:pt x="2231417" y="5645567"/>
                </a:lnTo>
                <a:lnTo>
                  <a:pt x="2163183" y="5629362"/>
                </a:lnTo>
                <a:lnTo>
                  <a:pt x="2095368" y="5611489"/>
                </a:lnTo>
                <a:lnTo>
                  <a:pt x="2028011" y="5591955"/>
                </a:lnTo>
                <a:lnTo>
                  <a:pt x="1961154" y="5570775"/>
                </a:lnTo>
                <a:lnTo>
                  <a:pt x="1894837" y="5547960"/>
                </a:lnTo>
                <a:lnTo>
                  <a:pt x="1829099" y="5523525"/>
                </a:lnTo>
                <a:lnTo>
                  <a:pt x="1763981" y="5497484"/>
                </a:lnTo>
                <a:lnTo>
                  <a:pt x="1699522" y="5469852"/>
                </a:lnTo>
                <a:lnTo>
                  <a:pt x="1635761" y="5440648"/>
                </a:lnTo>
                <a:lnTo>
                  <a:pt x="1572735" y="5409887"/>
                </a:lnTo>
                <a:lnTo>
                  <a:pt x="1510483" y="5377589"/>
                </a:lnTo>
                <a:lnTo>
                  <a:pt x="1449043" y="5343772"/>
                </a:lnTo>
                <a:lnTo>
                  <a:pt x="1388451" y="5308458"/>
                </a:lnTo>
                <a:lnTo>
                  <a:pt x="1328744" y="5271668"/>
                </a:lnTo>
                <a:lnTo>
                  <a:pt x="1269957" y="5233423"/>
                </a:lnTo>
                <a:lnTo>
                  <a:pt x="1212127" y="5193747"/>
                </a:lnTo>
                <a:lnTo>
                  <a:pt x="1155288" y="5152664"/>
                </a:lnTo>
                <a:lnTo>
                  <a:pt x="1099475" y="5110198"/>
                </a:lnTo>
                <a:lnTo>
                  <a:pt x="1044721" y="5066376"/>
                </a:lnTo>
                <a:lnTo>
                  <a:pt x="991058" y="5021223"/>
                </a:lnTo>
                <a:lnTo>
                  <a:pt x="938520" y="4974766"/>
                </a:lnTo>
                <a:lnTo>
                  <a:pt x="887137" y="4927035"/>
                </a:lnTo>
                <a:lnTo>
                  <a:pt x="836942" y="4878056"/>
                </a:lnTo>
                <a:lnTo>
                  <a:pt x="787963" y="4827861"/>
                </a:lnTo>
                <a:lnTo>
                  <a:pt x="740232" y="4776478"/>
                </a:lnTo>
                <a:lnTo>
                  <a:pt x="693775" y="4723940"/>
                </a:lnTo>
                <a:lnTo>
                  <a:pt x="648622" y="4670277"/>
                </a:lnTo>
                <a:lnTo>
                  <a:pt x="604799" y="4615523"/>
                </a:lnTo>
                <a:lnTo>
                  <a:pt x="562334" y="4559709"/>
                </a:lnTo>
                <a:lnTo>
                  <a:pt x="521251" y="4502870"/>
                </a:lnTo>
                <a:lnTo>
                  <a:pt x="481575" y="4445040"/>
                </a:lnTo>
                <a:lnTo>
                  <a:pt x="443330" y="4386254"/>
                </a:lnTo>
                <a:lnTo>
                  <a:pt x="406540" y="4326547"/>
                </a:lnTo>
                <a:lnTo>
                  <a:pt x="371226" y="4265955"/>
                </a:lnTo>
                <a:lnTo>
                  <a:pt x="337409" y="4204515"/>
                </a:lnTo>
                <a:lnTo>
                  <a:pt x="305111" y="4142263"/>
                </a:lnTo>
                <a:lnTo>
                  <a:pt x="274350" y="4079237"/>
                </a:lnTo>
                <a:lnTo>
                  <a:pt x="245145" y="4015476"/>
                </a:lnTo>
                <a:lnTo>
                  <a:pt x="217514" y="3951016"/>
                </a:lnTo>
                <a:lnTo>
                  <a:pt x="191472" y="3885899"/>
                </a:lnTo>
                <a:lnTo>
                  <a:pt x="167037" y="3820161"/>
                </a:lnTo>
                <a:lnTo>
                  <a:pt x="144223" y="3753844"/>
                </a:lnTo>
                <a:lnTo>
                  <a:pt x="123042" y="3686987"/>
                </a:lnTo>
                <a:lnTo>
                  <a:pt x="103509" y="3619631"/>
                </a:lnTo>
                <a:lnTo>
                  <a:pt x="85635" y="3551815"/>
                </a:lnTo>
                <a:lnTo>
                  <a:pt x="69431" y="3483581"/>
                </a:lnTo>
                <a:lnTo>
                  <a:pt x="54906" y="3414970"/>
                </a:lnTo>
                <a:lnTo>
                  <a:pt x="42068" y="3346023"/>
                </a:lnTo>
                <a:lnTo>
                  <a:pt x="30928" y="3276781"/>
                </a:lnTo>
                <a:lnTo>
                  <a:pt x="21489" y="3207288"/>
                </a:lnTo>
                <a:lnTo>
                  <a:pt x="13759" y="3137584"/>
                </a:lnTo>
                <a:lnTo>
                  <a:pt x="7742" y="3067710"/>
                </a:lnTo>
                <a:lnTo>
                  <a:pt x="3441" y="2997710"/>
                </a:lnTo>
                <a:lnTo>
                  <a:pt x="860" y="2927626"/>
                </a:lnTo>
                <a:lnTo>
                  <a:pt x="0" y="2857499"/>
                </a:lnTo>
                <a:lnTo>
                  <a:pt x="215" y="2822431"/>
                </a:lnTo>
                <a:lnTo>
                  <a:pt x="1936" y="2752325"/>
                </a:lnTo>
                <a:lnTo>
                  <a:pt x="5377" y="2682273"/>
                </a:lnTo>
                <a:lnTo>
                  <a:pt x="10536" y="2612336"/>
                </a:lnTo>
                <a:lnTo>
                  <a:pt x="17411" y="2542537"/>
                </a:lnTo>
                <a:lnTo>
                  <a:pt x="25995" y="2472937"/>
                </a:lnTo>
                <a:lnTo>
                  <a:pt x="36286" y="2403559"/>
                </a:lnTo>
                <a:lnTo>
                  <a:pt x="48275" y="2334465"/>
                </a:lnTo>
                <a:lnTo>
                  <a:pt x="61958" y="2265676"/>
                </a:lnTo>
                <a:lnTo>
                  <a:pt x="77323" y="2197253"/>
                </a:lnTo>
                <a:lnTo>
                  <a:pt x="94365" y="2129218"/>
                </a:lnTo>
                <a:lnTo>
                  <a:pt x="113068" y="2061632"/>
                </a:lnTo>
                <a:lnTo>
                  <a:pt x="133428" y="1994515"/>
                </a:lnTo>
                <a:lnTo>
                  <a:pt x="155426" y="1927928"/>
                </a:lnTo>
                <a:lnTo>
                  <a:pt x="179054" y="1861890"/>
                </a:lnTo>
                <a:lnTo>
                  <a:pt x="204292" y="1796463"/>
                </a:lnTo>
                <a:lnTo>
                  <a:pt x="231133" y="1731665"/>
                </a:lnTo>
                <a:lnTo>
                  <a:pt x="259551" y="1667554"/>
                </a:lnTo>
                <a:lnTo>
                  <a:pt x="289538" y="1604151"/>
                </a:lnTo>
                <a:lnTo>
                  <a:pt x="321068" y="1541512"/>
                </a:lnTo>
                <a:lnTo>
                  <a:pt x="354130" y="1479657"/>
                </a:lnTo>
                <a:lnTo>
                  <a:pt x="388696" y="1418641"/>
                </a:lnTo>
                <a:lnTo>
                  <a:pt x="424753" y="1358482"/>
                </a:lnTo>
                <a:lnTo>
                  <a:pt x="462271" y="1299235"/>
                </a:lnTo>
                <a:lnTo>
                  <a:pt x="501237" y="1240918"/>
                </a:lnTo>
                <a:lnTo>
                  <a:pt x="541616" y="1183584"/>
                </a:lnTo>
                <a:lnTo>
                  <a:pt x="583397" y="1127249"/>
                </a:lnTo>
                <a:lnTo>
                  <a:pt x="626541" y="1071965"/>
                </a:lnTo>
                <a:lnTo>
                  <a:pt x="671036" y="1017749"/>
                </a:lnTo>
                <a:lnTo>
                  <a:pt x="716840" y="964648"/>
                </a:lnTo>
                <a:lnTo>
                  <a:pt x="763942" y="912680"/>
                </a:lnTo>
                <a:lnTo>
                  <a:pt x="812297" y="861891"/>
                </a:lnTo>
                <a:lnTo>
                  <a:pt x="861891" y="812297"/>
                </a:lnTo>
                <a:lnTo>
                  <a:pt x="912680" y="763942"/>
                </a:lnTo>
                <a:lnTo>
                  <a:pt x="964648" y="716840"/>
                </a:lnTo>
                <a:lnTo>
                  <a:pt x="1017749" y="671036"/>
                </a:lnTo>
                <a:lnTo>
                  <a:pt x="1071965" y="626541"/>
                </a:lnTo>
                <a:lnTo>
                  <a:pt x="1127249" y="583397"/>
                </a:lnTo>
                <a:lnTo>
                  <a:pt x="1183584" y="541616"/>
                </a:lnTo>
                <a:lnTo>
                  <a:pt x="1240918" y="501237"/>
                </a:lnTo>
                <a:lnTo>
                  <a:pt x="1299235" y="462271"/>
                </a:lnTo>
                <a:lnTo>
                  <a:pt x="1358482" y="424753"/>
                </a:lnTo>
                <a:lnTo>
                  <a:pt x="1418641" y="388696"/>
                </a:lnTo>
                <a:lnTo>
                  <a:pt x="1479657" y="354130"/>
                </a:lnTo>
                <a:lnTo>
                  <a:pt x="1541512" y="321068"/>
                </a:lnTo>
                <a:lnTo>
                  <a:pt x="1604151" y="289538"/>
                </a:lnTo>
                <a:lnTo>
                  <a:pt x="1667554" y="259551"/>
                </a:lnTo>
                <a:lnTo>
                  <a:pt x="1731664" y="231133"/>
                </a:lnTo>
                <a:lnTo>
                  <a:pt x="1796463" y="204292"/>
                </a:lnTo>
                <a:lnTo>
                  <a:pt x="1861890" y="179054"/>
                </a:lnTo>
                <a:lnTo>
                  <a:pt x="1927927" y="155426"/>
                </a:lnTo>
                <a:lnTo>
                  <a:pt x="1994515" y="133428"/>
                </a:lnTo>
                <a:lnTo>
                  <a:pt x="2061632" y="113068"/>
                </a:lnTo>
                <a:lnTo>
                  <a:pt x="2129218" y="94365"/>
                </a:lnTo>
                <a:lnTo>
                  <a:pt x="2197253" y="77323"/>
                </a:lnTo>
                <a:lnTo>
                  <a:pt x="2265676" y="61958"/>
                </a:lnTo>
                <a:lnTo>
                  <a:pt x="2334465" y="48275"/>
                </a:lnTo>
                <a:lnTo>
                  <a:pt x="2403559" y="36286"/>
                </a:lnTo>
                <a:lnTo>
                  <a:pt x="2472937" y="25995"/>
                </a:lnTo>
                <a:lnTo>
                  <a:pt x="2542537" y="17411"/>
                </a:lnTo>
                <a:lnTo>
                  <a:pt x="2612336" y="10536"/>
                </a:lnTo>
                <a:lnTo>
                  <a:pt x="2682273" y="5377"/>
                </a:lnTo>
                <a:lnTo>
                  <a:pt x="2752325" y="1936"/>
                </a:lnTo>
                <a:lnTo>
                  <a:pt x="2822431" y="215"/>
                </a:lnTo>
                <a:lnTo>
                  <a:pt x="2857499" y="0"/>
                </a:lnTo>
                <a:lnTo>
                  <a:pt x="2892568" y="215"/>
                </a:lnTo>
                <a:lnTo>
                  <a:pt x="2962673" y="1936"/>
                </a:lnTo>
                <a:lnTo>
                  <a:pt x="3032726" y="5377"/>
                </a:lnTo>
                <a:lnTo>
                  <a:pt x="3102663" y="10536"/>
                </a:lnTo>
                <a:lnTo>
                  <a:pt x="3172462" y="17411"/>
                </a:lnTo>
                <a:lnTo>
                  <a:pt x="3242061" y="25995"/>
                </a:lnTo>
                <a:lnTo>
                  <a:pt x="3311439" y="36286"/>
                </a:lnTo>
                <a:lnTo>
                  <a:pt x="3380533" y="48275"/>
                </a:lnTo>
                <a:lnTo>
                  <a:pt x="3449322" y="61958"/>
                </a:lnTo>
                <a:lnTo>
                  <a:pt x="3517745" y="77323"/>
                </a:lnTo>
                <a:lnTo>
                  <a:pt x="3585780" y="94365"/>
                </a:lnTo>
                <a:lnTo>
                  <a:pt x="3653366" y="113068"/>
                </a:lnTo>
                <a:lnTo>
                  <a:pt x="3720483" y="133428"/>
                </a:lnTo>
                <a:lnTo>
                  <a:pt x="3787070" y="155426"/>
                </a:lnTo>
                <a:lnTo>
                  <a:pt x="3853107" y="179054"/>
                </a:lnTo>
                <a:lnTo>
                  <a:pt x="3918535" y="204292"/>
                </a:lnTo>
                <a:lnTo>
                  <a:pt x="3983333" y="231133"/>
                </a:lnTo>
                <a:lnTo>
                  <a:pt x="4047444" y="259551"/>
                </a:lnTo>
                <a:lnTo>
                  <a:pt x="4110847" y="289538"/>
                </a:lnTo>
                <a:lnTo>
                  <a:pt x="4173486" y="321068"/>
                </a:lnTo>
                <a:lnTo>
                  <a:pt x="4235341" y="354130"/>
                </a:lnTo>
                <a:lnTo>
                  <a:pt x="4296357" y="388696"/>
                </a:lnTo>
                <a:lnTo>
                  <a:pt x="4356515" y="424753"/>
                </a:lnTo>
                <a:lnTo>
                  <a:pt x="4415762" y="462271"/>
                </a:lnTo>
                <a:lnTo>
                  <a:pt x="4474079" y="501237"/>
                </a:lnTo>
                <a:lnTo>
                  <a:pt x="4531413" y="541616"/>
                </a:lnTo>
                <a:lnTo>
                  <a:pt x="4587748" y="583397"/>
                </a:lnTo>
                <a:lnTo>
                  <a:pt x="4643032" y="626541"/>
                </a:lnTo>
                <a:lnTo>
                  <a:pt x="4697249" y="671036"/>
                </a:lnTo>
                <a:lnTo>
                  <a:pt x="4750350" y="716840"/>
                </a:lnTo>
                <a:lnTo>
                  <a:pt x="4802318" y="763942"/>
                </a:lnTo>
                <a:lnTo>
                  <a:pt x="4853107" y="812297"/>
                </a:lnTo>
                <a:lnTo>
                  <a:pt x="4902701" y="861891"/>
                </a:lnTo>
                <a:lnTo>
                  <a:pt x="4951056" y="912680"/>
                </a:lnTo>
                <a:lnTo>
                  <a:pt x="4998157" y="964648"/>
                </a:lnTo>
                <a:lnTo>
                  <a:pt x="5043962" y="1017749"/>
                </a:lnTo>
                <a:lnTo>
                  <a:pt x="5088457" y="1071965"/>
                </a:lnTo>
                <a:lnTo>
                  <a:pt x="5131600" y="1127249"/>
                </a:lnTo>
                <a:lnTo>
                  <a:pt x="5173381" y="1183584"/>
                </a:lnTo>
                <a:lnTo>
                  <a:pt x="5213761" y="1240918"/>
                </a:lnTo>
                <a:lnTo>
                  <a:pt x="5252727" y="1299235"/>
                </a:lnTo>
                <a:lnTo>
                  <a:pt x="5290244" y="1358482"/>
                </a:lnTo>
                <a:lnTo>
                  <a:pt x="5326302" y="1418641"/>
                </a:lnTo>
                <a:lnTo>
                  <a:pt x="5360867" y="1479657"/>
                </a:lnTo>
                <a:lnTo>
                  <a:pt x="5393930" y="1541512"/>
                </a:lnTo>
                <a:lnTo>
                  <a:pt x="5425459" y="1604151"/>
                </a:lnTo>
                <a:lnTo>
                  <a:pt x="5455447" y="1667554"/>
                </a:lnTo>
                <a:lnTo>
                  <a:pt x="5483865" y="1731664"/>
                </a:lnTo>
                <a:lnTo>
                  <a:pt x="5510705" y="1796463"/>
                </a:lnTo>
                <a:lnTo>
                  <a:pt x="5535943" y="1861890"/>
                </a:lnTo>
                <a:lnTo>
                  <a:pt x="5559572" y="1927927"/>
                </a:lnTo>
                <a:lnTo>
                  <a:pt x="5581570" y="1994515"/>
                </a:lnTo>
                <a:lnTo>
                  <a:pt x="5601929" y="2061632"/>
                </a:lnTo>
                <a:lnTo>
                  <a:pt x="5620633" y="2129218"/>
                </a:lnTo>
                <a:lnTo>
                  <a:pt x="5637675" y="2197253"/>
                </a:lnTo>
                <a:lnTo>
                  <a:pt x="5653040" y="2265676"/>
                </a:lnTo>
                <a:lnTo>
                  <a:pt x="5666723" y="2334465"/>
                </a:lnTo>
                <a:lnTo>
                  <a:pt x="5678712" y="2403559"/>
                </a:lnTo>
                <a:lnTo>
                  <a:pt x="5689004" y="2472937"/>
                </a:lnTo>
                <a:lnTo>
                  <a:pt x="5697588" y="2542537"/>
                </a:lnTo>
                <a:lnTo>
                  <a:pt x="5704463" y="2612336"/>
                </a:lnTo>
                <a:lnTo>
                  <a:pt x="5709622" y="2682273"/>
                </a:lnTo>
                <a:lnTo>
                  <a:pt x="5713063" y="2752325"/>
                </a:lnTo>
                <a:lnTo>
                  <a:pt x="5714784" y="2822431"/>
                </a:lnTo>
                <a:lnTo>
                  <a:pt x="5714999" y="2857499"/>
                </a:lnTo>
                <a:lnTo>
                  <a:pt x="5714784" y="2892568"/>
                </a:lnTo>
                <a:lnTo>
                  <a:pt x="5713063" y="2962673"/>
                </a:lnTo>
                <a:lnTo>
                  <a:pt x="5709622" y="3032726"/>
                </a:lnTo>
                <a:lnTo>
                  <a:pt x="5704463" y="3102663"/>
                </a:lnTo>
                <a:lnTo>
                  <a:pt x="5697588" y="3172462"/>
                </a:lnTo>
                <a:lnTo>
                  <a:pt x="5689004" y="3242061"/>
                </a:lnTo>
                <a:lnTo>
                  <a:pt x="5678712" y="3311439"/>
                </a:lnTo>
                <a:lnTo>
                  <a:pt x="5666723" y="3380533"/>
                </a:lnTo>
                <a:lnTo>
                  <a:pt x="5653040" y="3449322"/>
                </a:lnTo>
                <a:lnTo>
                  <a:pt x="5637675" y="3517745"/>
                </a:lnTo>
                <a:lnTo>
                  <a:pt x="5620633" y="3585780"/>
                </a:lnTo>
                <a:lnTo>
                  <a:pt x="5601929" y="3653366"/>
                </a:lnTo>
                <a:lnTo>
                  <a:pt x="5581570" y="3720483"/>
                </a:lnTo>
                <a:lnTo>
                  <a:pt x="5559572" y="3787070"/>
                </a:lnTo>
                <a:lnTo>
                  <a:pt x="5535943" y="3853107"/>
                </a:lnTo>
                <a:lnTo>
                  <a:pt x="5510705" y="3918535"/>
                </a:lnTo>
                <a:lnTo>
                  <a:pt x="5483865" y="3983333"/>
                </a:lnTo>
                <a:lnTo>
                  <a:pt x="5455447" y="4047444"/>
                </a:lnTo>
                <a:lnTo>
                  <a:pt x="5425460" y="4110847"/>
                </a:lnTo>
                <a:lnTo>
                  <a:pt x="5393930" y="4173486"/>
                </a:lnTo>
                <a:lnTo>
                  <a:pt x="5360867" y="4235341"/>
                </a:lnTo>
                <a:lnTo>
                  <a:pt x="5326302" y="4296357"/>
                </a:lnTo>
                <a:lnTo>
                  <a:pt x="5290245" y="4356515"/>
                </a:lnTo>
                <a:lnTo>
                  <a:pt x="5252727" y="4415762"/>
                </a:lnTo>
                <a:lnTo>
                  <a:pt x="5213761" y="4474079"/>
                </a:lnTo>
                <a:lnTo>
                  <a:pt x="5173381" y="4531413"/>
                </a:lnTo>
                <a:lnTo>
                  <a:pt x="5131600" y="4587748"/>
                </a:lnTo>
                <a:lnTo>
                  <a:pt x="5088457" y="4643032"/>
                </a:lnTo>
                <a:lnTo>
                  <a:pt x="5043962" y="4697249"/>
                </a:lnTo>
                <a:lnTo>
                  <a:pt x="4998157" y="4750350"/>
                </a:lnTo>
                <a:lnTo>
                  <a:pt x="4951056" y="4802318"/>
                </a:lnTo>
                <a:lnTo>
                  <a:pt x="4902701" y="4853107"/>
                </a:lnTo>
                <a:lnTo>
                  <a:pt x="4853107" y="4902701"/>
                </a:lnTo>
                <a:lnTo>
                  <a:pt x="4802318" y="4951056"/>
                </a:lnTo>
                <a:lnTo>
                  <a:pt x="4750349" y="4998157"/>
                </a:lnTo>
                <a:lnTo>
                  <a:pt x="4697249" y="5043962"/>
                </a:lnTo>
                <a:lnTo>
                  <a:pt x="4643032" y="5088457"/>
                </a:lnTo>
                <a:lnTo>
                  <a:pt x="4587748" y="5131600"/>
                </a:lnTo>
                <a:lnTo>
                  <a:pt x="4531413" y="5173381"/>
                </a:lnTo>
                <a:lnTo>
                  <a:pt x="4474079" y="5213761"/>
                </a:lnTo>
                <a:lnTo>
                  <a:pt x="4415762" y="5252727"/>
                </a:lnTo>
                <a:lnTo>
                  <a:pt x="4356515" y="5290244"/>
                </a:lnTo>
                <a:lnTo>
                  <a:pt x="4296357" y="5326302"/>
                </a:lnTo>
                <a:lnTo>
                  <a:pt x="4235341" y="5360867"/>
                </a:lnTo>
                <a:lnTo>
                  <a:pt x="4173486" y="5393930"/>
                </a:lnTo>
                <a:lnTo>
                  <a:pt x="4110847" y="5425459"/>
                </a:lnTo>
                <a:lnTo>
                  <a:pt x="4047444" y="5455447"/>
                </a:lnTo>
                <a:lnTo>
                  <a:pt x="3983333" y="5483865"/>
                </a:lnTo>
                <a:lnTo>
                  <a:pt x="3918535" y="5510705"/>
                </a:lnTo>
                <a:lnTo>
                  <a:pt x="3853107" y="5535943"/>
                </a:lnTo>
                <a:lnTo>
                  <a:pt x="3787070" y="5559572"/>
                </a:lnTo>
                <a:lnTo>
                  <a:pt x="3720483" y="5581570"/>
                </a:lnTo>
                <a:lnTo>
                  <a:pt x="3653366" y="5601929"/>
                </a:lnTo>
                <a:lnTo>
                  <a:pt x="3585780" y="5620633"/>
                </a:lnTo>
                <a:lnTo>
                  <a:pt x="3517745" y="5637675"/>
                </a:lnTo>
                <a:lnTo>
                  <a:pt x="3449322" y="5653040"/>
                </a:lnTo>
                <a:lnTo>
                  <a:pt x="3380533" y="5666723"/>
                </a:lnTo>
                <a:lnTo>
                  <a:pt x="3311439" y="5678712"/>
                </a:lnTo>
                <a:lnTo>
                  <a:pt x="3242061" y="5689004"/>
                </a:lnTo>
                <a:lnTo>
                  <a:pt x="3172462" y="5697588"/>
                </a:lnTo>
                <a:lnTo>
                  <a:pt x="3102663" y="5704463"/>
                </a:lnTo>
                <a:lnTo>
                  <a:pt x="3032726" y="5709621"/>
                </a:lnTo>
                <a:lnTo>
                  <a:pt x="2962673" y="5713063"/>
                </a:lnTo>
                <a:lnTo>
                  <a:pt x="2892568" y="5714784"/>
                </a:lnTo>
                <a:lnTo>
                  <a:pt x="2857499" y="5714999"/>
                </a:lnTo>
                <a:close/>
              </a:path>
            </a:pathLst>
          </a:custGeom>
          <a:solidFill>
            <a:srgbClr val="7E0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spc="-415" dirty="0">
                <a:latin typeface="Arial Black"/>
                <a:cs typeface="Arial Black"/>
              </a:rPr>
              <a:t>One</a:t>
            </a:r>
            <a:r>
              <a:rPr b="0" spc="-360" dirty="0">
                <a:latin typeface="Arial Black"/>
                <a:cs typeface="Arial Black"/>
              </a:rPr>
              <a:t> </a:t>
            </a:r>
            <a:r>
              <a:rPr b="0" spc="-375" dirty="0">
                <a:latin typeface="Arial Black"/>
                <a:cs typeface="Arial Black"/>
              </a:rPr>
              <a:t>Platform,</a:t>
            </a:r>
            <a:r>
              <a:rPr b="0" spc="-365" dirty="0">
                <a:latin typeface="Arial Black"/>
                <a:cs typeface="Arial Black"/>
              </a:rPr>
              <a:t> </a:t>
            </a:r>
            <a:r>
              <a:rPr b="0" spc="-415" dirty="0">
                <a:latin typeface="Arial Black"/>
                <a:cs typeface="Arial Black"/>
              </a:rPr>
              <a:t>Instant</a:t>
            </a:r>
            <a:r>
              <a:rPr b="0" spc="-360" dirty="0">
                <a:latin typeface="Arial Black"/>
                <a:cs typeface="Arial Black"/>
              </a:rPr>
              <a:t> </a:t>
            </a:r>
            <a:r>
              <a:rPr b="0" spc="-405" dirty="0">
                <a:latin typeface="Arial Black"/>
                <a:cs typeface="Arial Black"/>
              </a:rPr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1619249" y="200024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952499" y="1142999"/>
                </a:moveTo>
                <a:lnTo>
                  <a:pt x="190499" y="1142999"/>
                </a:lnTo>
                <a:lnTo>
                  <a:pt x="181141" y="1142770"/>
                </a:lnTo>
                <a:lnTo>
                  <a:pt x="135199" y="1134798"/>
                </a:lnTo>
                <a:lnTo>
                  <a:pt x="92572" y="1115903"/>
                </a:lnTo>
                <a:lnTo>
                  <a:pt x="55796" y="1087203"/>
                </a:lnTo>
                <a:lnTo>
                  <a:pt x="27095" y="1050426"/>
                </a:lnTo>
                <a:lnTo>
                  <a:pt x="8200" y="1007799"/>
                </a:lnTo>
                <a:lnTo>
                  <a:pt x="228" y="961858"/>
                </a:lnTo>
                <a:lnTo>
                  <a:pt x="0" y="952499"/>
                </a:lnTo>
                <a:lnTo>
                  <a:pt x="0" y="190499"/>
                </a:lnTo>
                <a:lnTo>
                  <a:pt x="5710" y="144200"/>
                </a:lnTo>
                <a:lnTo>
                  <a:pt x="22491" y="100697"/>
                </a:lnTo>
                <a:lnTo>
                  <a:pt x="49340" y="62575"/>
                </a:lnTo>
                <a:lnTo>
                  <a:pt x="84663" y="32104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952499" y="0"/>
                </a:lnTo>
                <a:lnTo>
                  <a:pt x="998798" y="5710"/>
                </a:lnTo>
                <a:lnTo>
                  <a:pt x="1042301" y="22491"/>
                </a:lnTo>
                <a:lnTo>
                  <a:pt x="1080424" y="49340"/>
                </a:lnTo>
                <a:lnTo>
                  <a:pt x="1110894" y="84663"/>
                </a:lnTo>
                <a:lnTo>
                  <a:pt x="1131868" y="126332"/>
                </a:lnTo>
                <a:lnTo>
                  <a:pt x="1142084" y="171827"/>
                </a:lnTo>
                <a:lnTo>
                  <a:pt x="1142999" y="190499"/>
                </a:lnTo>
                <a:lnTo>
                  <a:pt x="1142999" y="952499"/>
                </a:lnTo>
                <a:lnTo>
                  <a:pt x="1137289" y="998798"/>
                </a:lnTo>
                <a:lnTo>
                  <a:pt x="1120507" y="1042301"/>
                </a:lnTo>
                <a:lnTo>
                  <a:pt x="1093659" y="1080423"/>
                </a:lnTo>
                <a:lnTo>
                  <a:pt x="1058336" y="1110894"/>
                </a:lnTo>
                <a:lnTo>
                  <a:pt x="1016667" y="1131868"/>
                </a:lnTo>
                <a:lnTo>
                  <a:pt x="971172" y="1142084"/>
                </a:lnTo>
                <a:lnTo>
                  <a:pt x="952499" y="114299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92746" y="2178050"/>
            <a:ext cx="59626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📤</a:t>
            </a:r>
            <a:endParaRPr sz="42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730" y="3142468"/>
            <a:ext cx="2662555" cy="108966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2050" b="1" spc="-10" dirty="0">
                <a:solidFill>
                  <a:srgbClr val="FFFFFF"/>
                </a:solidFill>
                <a:latin typeface="Lucida Sans"/>
                <a:cs typeface="Lucida Sans"/>
              </a:rPr>
              <a:t>Upload</a:t>
            </a:r>
            <a:endParaRPr sz="2050">
              <a:latin typeface="Lucida Sans"/>
              <a:cs typeface="Lucida Sans"/>
            </a:endParaRPr>
          </a:p>
          <a:p>
            <a:pPr marL="12065" marR="5080" algn="ctr">
              <a:lnSpc>
                <a:spcPct val="107800"/>
              </a:lnSpc>
              <a:spcBef>
                <a:spcPts val="855"/>
              </a:spcBef>
            </a:pPr>
            <a:r>
              <a:rPr sz="1450" spc="-35" dirty="0">
                <a:solidFill>
                  <a:srgbClr val="A0A0A0"/>
                </a:solidFill>
                <a:latin typeface="Lucida Sans"/>
                <a:cs typeface="Lucida Sans"/>
              </a:rPr>
              <a:t>Any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75" dirty="0">
                <a:solidFill>
                  <a:srgbClr val="A0A0A0"/>
                </a:solidFill>
                <a:latin typeface="Lucida Sans"/>
                <a:cs typeface="Lucida Sans"/>
              </a:rPr>
              <a:t>PDF</a:t>
            </a:r>
            <a:r>
              <a:rPr sz="145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A0A0A0"/>
                </a:solidFill>
                <a:latin typeface="Lucida Sans"/>
                <a:cs typeface="Lucida Sans"/>
              </a:rPr>
              <a:t>document,</a:t>
            </a:r>
            <a:r>
              <a:rPr sz="145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20" dirty="0">
                <a:solidFill>
                  <a:srgbClr val="A0A0A0"/>
                </a:solidFill>
                <a:latin typeface="Lucida Sans"/>
                <a:cs typeface="Lucida Sans"/>
              </a:rPr>
              <a:t>no</a:t>
            </a:r>
            <a:r>
              <a:rPr sz="145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matter </a:t>
            </a:r>
            <a:r>
              <a:rPr sz="1450" dirty="0">
                <a:solidFill>
                  <a:srgbClr val="A0A0A0"/>
                </a:solidFill>
                <a:latin typeface="Lucida Sans"/>
                <a:cs typeface="Lucida Sans"/>
              </a:rPr>
              <a:t>the</a:t>
            </a:r>
            <a:r>
              <a:rPr sz="1450" spc="-9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80" dirty="0">
                <a:solidFill>
                  <a:srgbClr val="A0A0A0"/>
                </a:solidFill>
                <a:latin typeface="Lucida Sans"/>
                <a:cs typeface="Lucida Sans"/>
              </a:rPr>
              <a:t>size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A0A0A0"/>
                </a:solidFill>
                <a:latin typeface="Lucida Sans"/>
                <a:cs typeface="Lucida Sans"/>
              </a:rPr>
              <a:t>or</a:t>
            </a:r>
            <a:r>
              <a:rPr sz="1450" spc="-9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complexity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24499" y="182879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952499" y="1142999"/>
                </a:moveTo>
                <a:lnTo>
                  <a:pt x="190499" y="1142999"/>
                </a:lnTo>
                <a:lnTo>
                  <a:pt x="181141" y="1142770"/>
                </a:lnTo>
                <a:lnTo>
                  <a:pt x="135199" y="1134798"/>
                </a:lnTo>
                <a:lnTo>
                  <a:pt x="92571" y="1115903"/>
                </a:lnTo>
                <a:lnTo>
                  <a:pt x="55796" y="1087203"/>
                </a:lnTo>
                <a:lnTo>
                  <a:pt x="27095" y="1050427"/>
                </a:lnTo>
                <a:lnTo>
                  <a:pt x="8199" y="1007799"/>
                </a:lnTo>
                <a:lnTo>
                  <a:pt x="228" y="961858"/>
                </a:lnTo>
                <a:lnTo>
                  <a:pt x="0" y="952499"/>
                </a:lnTo>
                <a:lnTo>
                  <a:pt x="0" y="190499"/>
                </a:lnTo>
                <a:lnTo>
                  <a:pt x="5709" y="144200"/>
                </a:lnTo>
                <a:lnTo>
                  <a:pt x="22491" y="100697"/>
                </a:lnTo>
                <a:lnTo>
                  <a:pt x="49340" y="62575"/>
                </a:lnTo>
                <a:lnTo>
                  <a:pt x="84662" y="32105"/>
                </a:lnTo>
                <a:lnTo>
                  <a:pt x="126331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952499" y="0"/>
                </a:lnTo>
                <a:lnTo>
                  <a:pt x="998798" y="5710"/>
                </a:lnTo>
                <a:lnTo>
                  <a:pt x="1042301" y="22491"/>
                </a:lnTo>
                <a:lnTo>
                  <a:pt x="1080423" y="49340"/>
                </a:lnTo>
                <a:lnTo>
                  <a:pt x="1110893" y="84663"/>
                </a:lnTo>
                <a:lnTo>
                  <a:pt x="1131868" y="126332"/>
                </a:lnTo>
                <a:lnTo>
                  <a:pt x="1142084" y="171827"/>
                </a:lnTo>
                <a:lnTo>
                  <a:pt x="1142999" y="190499"/>
                </a:lnTo>
                <a:lnTo>
                  <a:pt x="1142999" y="952499"/>
                </a:lnTo>
                <a:lnTo>
                  <a:pt x="1137288" y="998798"/>
                </a:lnTo>
                <a:lnTo>
                  <a:pt x="1120506" y="1042301"/>
                </a:lnTo>
                <a:lnTo>
                  <a:pt x="1093658" y="1080424"/>
                </a:lnTo>
                <a:lnTo>
                  <a:pt x="1058335" y="1110894"/>
                </a:lnTo>
                <a:lnTo>
                  <a:pt x="1016666" y="1131868"/>
                </a:lnTo>
                <a:lnTo>
                  <a:pt x="971171" y="1142084"/>
                </a:lnTo>
                <a:lnTo>
                  <a:pt x="952499" y="114299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97996" y="2006600"/>
            <a:ext cx="59626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💬</a:t>
            </a:r>
            <a:endParaRPr sz="425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9444" y="3106382"/>
            <a:ext cx="2653665" cy="129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marR="323850" algn="ctr">
              <a:lnSpc>
                <a:spcPct val="109800"/>
              </a:lnSpc>
              <a:spcBef>
                <a:spcPts val="100"/>
              </a:spcBef>
            </a:pPr>
            <a:r>
              <a:rPr sz="2050" b="1" spc="-130" dirty="0">
                <a:solidFill>
                  <a:srgbClr val="FFFFFF"/>
                </a:solidFill>
                <a:latin typeface="Lucida Sans"/>
                <a:cs typeface="Lucida Sans"/>
              </a:rPr>
              <a:t>Chat</a:t>
            </a:r>
            <a:r>
              <a:rPr sz="2050" b="1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459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2050" b="1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180" dirty="0">
                <a:solidFill>
                  <a:srgbClr val="FFFFFF"/>
                </a:solidFill>
                <a:latin typeface="Lucida Sans"/>
                <a:cs typeface="Lucida Sans"/>
              </a:rPr>
              <a:t>Translate</a:t>
            </a:r>
            <a:r>
              <a:rPr sz="2050" b="1" spc="-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509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2050" b="1" spc="-30" dirty="0">
                <a:solidFill>
                  <a:srgbClr val="FFFFFF"/>
                </a:solidFill>
                <a:latin typeface="Lucida Sans"/>
                <a:cs typeface="Lucida Sans"/>
              </a:rPr>
              <a:t> Summarize</a:t>
            </a:r>
            <a:endParaRPr sz="2050">
              <a:latin typeface="Lucida Sans"/>
              <a:cs typeface="Lucida Sans"/>
            </a:endParaRPr>
          </a:p>
          <a:p>
            <a:pPr marL="12700" marR="5080" algn="ctr">
              <a:lnSpc>
                <a:spcPct val="107800"/>
              </a:lnSpc>
              <a:spcBef>
                <a:spcPts val="850"/>
              </a:spcBef>
            </a:pPr>
            <a:r>
              <a:rPr sz="1450" spc="-25" dirty="0">
                <a:solidFill>
                  <a:srgbClr val="A0A0A0"/>
                </a:solidFill>
                <a:latin typeface="Lucida Sans"/>
                <a:cs typeface="Lucida Sans"/>
              </a:rPr>
              <a:t>Interactive</a:t>
            </a:r>
            <a:r>
              <a:rPr sz="1450" spc="-9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A0A0A0"/>
                </a:solidFill>
                <a:latin typeface="Lucida Sans"/>
                <a:cs typeface="Lucida Sans"/>
              </a:rPr>
              <a:t>AI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A0A0A0"/>
                </a:solidFill>
                <a:latin typeface="Lucida Sans"/>
                <a:cs typeface="Lucida Sans"/>
              </a:rPr>
              <a:t>with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90" dirty="0">
                <a:solidFill>
                  <a:srgbClr val="A0A0A0"/>
                </a:solidFill>
                <a:latin typeface="Lucida Sans"/>
                <a:cs typeface="Lucida Sans"/>
              </a:rPr>
              <a:t>TTS</a:t>
            </a:r>
            <a:r>
              <a:rPr sz="145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114" dirty="0">
                <a:solidFill>
                  <a:srgbClr val="A0A0A0"/>
                </a:solidFill>
                <a:latin typeface="Lucida Sans"/>
                <a:cs typeface="Lucida Sans"/>
              </a:rPr>
              <a:t>&amp;</a:t>
            </a:r>
            <a:r>
              <a:rPr sz="1450" spc="-9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multi- language</a:t>
            </a:r>
            <a:r>
              <a:rPr sz="145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support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29749" y="1876424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952499" y="1142999"/>
                </a:moveTo>
                <a:lnTo>
                  <a:pt x="190499" y="1142999"/>
                </a:lnTo>
                <a:lnTo>
                  <a:pt x="181140" y="1142770"/>
                </a:lnTo>
                <a:lnTo>
                  <a:pt x="135198" y="1134798"/>
                </a:lnTo>
                <a:lnTo>
                  <a:pt x="92571" y="1115903"/>
                </a:lnTo>
                <a:lnTo>
                  <a:pt x="55795" y="1087203"/>
                </a:lnTo>
                <a:lnTo>
                  <a:pt x="27094" y="1050427"/>
                </a:lnTo>
                <a:lnTo>
                  <a:pt x="8199" y="1007799"/>
                </a:lnTo>
                <a:lnTo>
                  <a:pt x="228" y="961858"/>
                </a:lnTo>
                <a:lnTo>
                  <a:pt x="0" y="952499"/>
                </a:lnTo>
                <a:lnTo>
                  <a:pt x="0" y="190499"/>
                </a:lnTo>
                <a:lnTo>
                  <a:pt x="5709" y="144200"/>
                </a:lnTo>
                <a:lnTo>
                  <a:pt x="22490" y="100697"/>
                </a:lnTo>
                <a:lnTo>
                  <a:pt x="49339" y="62575"/>
                </a:lnTo>
                <a:lnTo>
                  <a:pt x="84662" y="32105"/>
                </a:lnTo>
                <a:lnTo>
                  <a:pt x="126331" y="11130"/>
                </a:lnTo>
                <a:lnTo>
                  <a:pt x="171826" y="915"/>
                </a:lnTo>
                <a:lnTo>
                  <a:pt x="190499" y="0"/>
                </a:lnTo>
                <a:lnTo>
                  <a:pt x="952499" y="0"/>
                </a:lnTo>
                <a:lnTo>
                  <a:pt x="998798" y="5710"/>
                </a:lnTo>
                <a:lnTo>
                  <a:pt x="1042300" y="22491"/>
                </a:lnTo>
                <a:lnTo>
                  <a:pt x="1080422" y="49340"/>
                </a:lnTo>
                <a:lnTo>
                  <a:pt x="1110892" y="84663"/>
                </a:lnTo>
                <a:lnTo>
                  <a:pt x="1131867" y="126332"/>
                </a:lnTo>
                <a:lnTo>
                  <a:pt x="1142084" y="171827"/>
                </a:lnTo>
                <a:lnTo>
                  <a:pt x="1142999" y="190499"/>
                </a:lnTo>
                <a:lnTo>
                  <a:pt x="1142999" y="952499"/>
                </a:lnTo>
                <a:lnTo>
                  <a:pt x="1137288" y="998798"/>
                </a:lnTo>
                <a:lnTo>
                  <a:pt x="1120505" y="1042301"/>
                </a:lnTo>
                <a:lnTo>
                  <a:pt x="1093657" y="1080424"/>
                </a:lnTo>
                <a:lnTo>
                  <a:pt x="1058334" y="1110894"/>
                </a:lnTo>
                <a:lnTo>
                  <a:pt x="1016666" y="1131868"/>
                </a:lnTo>
                <a:lnTo>
                  <a:pt x="971171" y="1142084"/>
                </a:lnTo>
                <a:lnTo>
                  <a:pt x="952499" y="114299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03246" y="2054225"/>
            <a:ext cx="59626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📑</a:t>
            </a:r>
            <a:endParaRPr sz="425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06582" y="3018643"/>
            <a:ext cx="1989455" cy="133731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2050" b="1" spc="-130" dirty="0">
                <a:solidFill>
                  <a:srgbClr val="FFFFFF"/>
                </a:solidFill>
                <a:latin typeface="Lucida Sans"/>
                <a:cs typeface="Lucida Sans"/>
              </a:rPr>
              <a:t>Export</a:t>
            </a:r>
            <a:r>
              <a:rPr sz="2050" b="1" spc="-13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459" dirty="0">
                <a:solidFill>
                  <a:srgbClr val="FFFFFF"/>
                </a:solidFill>
                <a:latin typeface="Lucida Sans"/>
                <a:cs typeface="Lucida Sans"/>
              </a:rPr>
              <a:t>/</a:t>
            </a:r>
            <a:r>
              <a:rPr sz="2050" b="1" spc="-13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Lucida Sans"/>
                <a:cs typeface="Lucida Sans"/>
              </a:rPr>
              <a:t>Listen</a:t>
            </a:r>
            <a:endParaRPr sz="2050">
              <a:latin typeface="Lucida Sans"/>
              <a:cs typeface="Lucida Sans"/>
            </a:endParaRPr>
          </a:p>
          <a:p>
            <a:pPr marL="12700" marR="5080" indent="-635" algn="ctr">
              <a:lnSpc>
                <a:spcPct val="109900"/>
              </a:lnSpc>
              <a:spcBef>
                <a:spcPts val="815"/>
              </a:spcBef>
            </a:pP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Save</a:t>
            </a:r>
            <a:r>
              <a:rPr sz="1450" spc="-10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A0A0A0"/>
                </a:solidFill>
                <a:latin typeface="Lucida Sans"/>
                <a:cs typeface="Lucida Sans"/>
              </a:rPr>
              <a:t>as</a:t>
            </a:r>
            <a:r>
              <a:rPr sz="1450" spc="-9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75" dirty="0">
                <a:solidFill>
                  <a:srgbClr val="A0A0A0"/>
                </a:solidFill>
                <a:latin typeface="Lucida Sans"/>
                <a:cs typeface="Lucida Sans"/>
              </a:rPr>
              <a:t>PDF</a:t>
            </a:r>
            <a:r>
              <a:rPr sz="1450" spc="-9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A0A0A0"/>
                </a:solidFill>
                <a:latin typeface="Lucida Sans"/>
                <a:cs typeface="Lucida Sans"/>
              </a:rPr>
              <a:t>or</a:t>
            </a:r>
            <a:r>
              <a:rPr sz="1450" spc="-9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30" dirty="0">
                <a:solidFill>
                  <a:srgbClr val="A0A0A0"/>
                </a:solidFill>
                <a:latin typeface="Lucida Sans"/>
                <a:cs typeface="Lucida Sans"/>
              </a:rPr>
              <a:t>use</a:t>
            </a:r>
            <a:r>
              <a:rPr sz="1450" spc="-9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55" dirty="0">
                <a:solidFill>
                  <a:srgbClr val="A0A0A0"/>
                </a:solidFill>
                <a:latin typeface="Lucida Sans"/>
                <a:cs typeface="Lucida Sans"/>
              </a:rPr>
              <a:t>TTS </a:t>
            </a:r>
            <a:r>
              <a:rPr sz="1450" spc="-30" dirty="0">
                <a:solidFill>
                  <a:srgbClr val="A0A0A0"/>
                </a:solidFill>
                <a:latin typeface="Lucida Sans"/>
                <a:cs typeface="Lucida Sans"/>
              </a:rPr>
              <a:t>playback</a:t>
            </a:r>
            <a:r>
              <a:rPr sz="1450" spc="-2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spc="-70" dirty="0">
                <a:solidFill>
                  <a:srgbClr val="A0A0A0"/>
                </a:solidFill>
                <a:latin typeface="Lucida Sans"/>
                <a:cs typeface="Lucida Sans"/>
              </a:rPr>
              <a:t>for</a:t>
            </a:r>
            <a:r>
              <a:rPr sz="1450" spc="-2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450" dirty="0">
                <a:solidFill>
                  <a:srgbClr val="A0A0A0"/>
                </a:solidFill>
                <a:latin typeface="Lucida Sans"/>
                <a:cs typeface="Lucida Sans"/>
              </a:rPr>
              <a:t>on-the-</a:t>
            </a:r>
            <a:r>
              <a:rPr sz="1450" spc="-25" dirty="0">
                <a:solidFill>
                  <a:srgbClr val="A0A0A0"/>
                </a:solidFill>
                <a:latin typeface="Lucida Sans"/>
                <a:cs typeface="Lucida Sans"/>
              </a:rPr>
              <a:t>go </a:t>
            </a:r>
            <a:r>
              <a:rPr sz="1450" spc="-10" dirty="0">
                <a:solidFill>
                  <a:srgbClr val="A0A0A0"/>
                </a:solidFill>
                <a:latin typeface="Lucida Sans"/>
                <a:cs typeface="Lucida Sans"/>
              </a:rPr>
              <a:t>learning</a:t>
            </a:r>
            <a:endParaRPr sz="1450">
              <a:latin typeface="Lucida Sans"/>
              <a:cs typeface="Lucida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62374" y="3009899"/>
            <a:ext cx="4714875" cy="228600"/>
            <a:chOff x="3762374" y="3009899"/>
            <a:chExt cx="4714875" cy="228600"/>
          </a:xfrm>
        </p:grpSpPr>
        <p:sp>
          <p:nvSpPr>
            <p:cNvPr id="14" name="object 14"/>
            <p:cNvSpPr/>
            <p:nvPr/>
          </p:nvSpPr>
          <p:spPr>
            <a:xfrm>
              <a:off x="3762374" y="3095624"/>
              <a:ext cx="762000" cy="57150"/>
            </a:xfrm>
            <a:custGeom>
              <a:avLst/>
              <a:gdLst/>
              <a:ahLst/>
              <a:cxnLst/>
              <a:rect l="l" t="t" r="r" b="b"/>
              <a:pathLst>
                <a:path w="762000" h="57150">
                  <a:moveTo>
                    <a:pt x="7619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9599" y="3009899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67624" y="3095624"/>
              <a:ext cx="762000" cy="57150"/>
            </a:xfrm>
            <a:custGeom>
              <a:avLst/>
              <a:gdLst/>
              <a:ahLst/>
              <a:cxnLst/>
              <a:rect l="l" t="t" r="r" b="b"/>
              <a:pathLst>
                <a:path w="762000" h="57150">
                  <a:moveTo>
                    <a:pt x="7619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761999" y="0"/>
                  </a:lnTo>
                  <a:lnTo>
                    <a:pt x="76199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24849" y="3009899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190499"/>
            <a:ext cx="9429749" cy="6667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70660">
              <a:lnSpc>
                <a:spcPct val="100000"/>
              </a:lnSpc>
              <a:spcBef>
                <a:spcPts val="120"/>
              </a:spcBef>
            </a:pPr>
            <a:r>
              <a:rPr sz="3950" b="0" spc="-100" dirty="0">
                <a:latin typeface="Arial Black"/>
                <a:cs typeface="Arial Black"/>
              </a:rPr>
              <a:t>Why</a:t>
            </a:r>
            <a:r>
              <a:rPr sz="3950" b="0" spc="-285" dirty="0">
                <a:latin typeface="Arial Black"/>
                <a:cs typeface="Arial Black"/>
              </a:rPr>
              <a:t> </a:t>
            </a:r>
            <a:r>
              <a:rPr sz="3950" b="0" spc="-415" dirty="0">
                <a:latin typeface="Arial Black"/>
                <a:cs typeface="Arial Black"/>
              </a:rPr>
              <a:t>Users</a:t>
            </a:r>
            <a:r>
              <a:rPr sz="3950" b="0" spc="-275" dirty="0">
                <a:latin typeface="Arial Black"/>
                <a:cs typeface="Arial Black"/>
              </a:rPr>
              <a:t> </a:t>
            </a:r>
            <a:r>
              <a:rPr sz="3950" b="0" spc="-385" dirty="0">
                <a:latin typeface="Arial Black"/>
                <a:cs typeface="Arial Black"/>
              </a:rPr>
              <a:t>Love</a:t>
            </a:r>
            <a:r>
              <a:rPr sz="3950" b="0" spc="-285" dirty="0">
                <a:latin typeface="Arial Black"/>
                <a:cs typeface="Arial Black"/>
              </a:rPr>
              <a:t> </a:t>
            </a:r>
            <a:r>
              <a:rPr sz="3950" b="0" spc="-310" dirty="0">
                <a:latin typeface="Arial Black"/>
                <a:cs typeface="Arial Black"/>
              </a:rPr>
              <a:t>It</a:t>
            </a:r>
            <a:endParaRPr sz="39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5200" y="2149475"/>
            <a:ext cx="48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75" dirty="0">
                <a:solidFill>
                  <a:srgbClr val="FFFFFF"/>
                </a:solidFill>
                <a:latin typeface="Segoe UI Symbol"/>
                <a:cs typeface="Segoe UI Symbol"/>
              </a:rPr>
              <a:t>⏱</a:t>
            </a:r>
            <a:endParaRPr sz="36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1306" y="2961702"/>
            <a:ext cx="183070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b="1" spc="-60" dirty="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sz="20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50" b="1" spc="-25" dirty="0">
                <a:solidFill>
                  <a:srgbClr val="FFFFFF"/>
                </a:solidFill>
                <a:latin typeface="Arial"/>
                <a:cs typeface="Arial"/>
              </a:rPr>
              <a:t>Reading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2708" y="3477213"/>
            <a:ext cx="828040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b="1" spc="-25" dirty="0">
                <a:solidFill>
                  <a:srgbClr val="00C8FF"/>
                </a:solidFill>
                <a:latin typeface="Lucida Sans"/>
                <a:cs typeface="Lucida Sans"/>
              </a:rPr>
              <a:t>80%</a:t>
            </a:r>
            <a:endParaRPr sz="30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2563" y="4132007"/>
            <a:ext cx="218821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615" marR="5080" indent="-82550">
              <a:lnSpc>
                <a:spcPct val="107800"/>
              </a:lnSpc>
            </a:pPr>
            <a:r>
              <a:rPr sz="1450" spc="-40" dirty="0">
                <a:solidFill>
                  <a:srgbClr val="DFDFDF"/>
                </a:solidFill>
                <a:latin typeface="Verdana"/>
                <a:cs typeface="Verdana"/>
              </a:rPr>
              <a:t>From</a:t>
            </a:r>
            <a:r>
              <a:rPr sz="1450" spc="-13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0" dirty="0">
                <a:solidFill>
                  <a:srgbClr val="DFDFDF"/>
                </a:solidFill>
                <a:latin typeface="Verdana"/>
                <a:cs typeface="Verdana"/>
              </a:rPr>
              <a:t>10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DFDFDF"/>
                </a:solidFill>
                <a:latin typeface="Verdana"/>
                <a:cs typeface="Verdana"/>
              </a:rPr>
              <a:t>minutes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to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DFDFDF"/>
                </a:solidFill>
                <a:latin typeface="Verdana"/>
                <a:cs typeface="Verdana"/>
              </a:rPr>
              <a:t>just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2 </a:t>
            </a:r>
            <a:r>
              <a:rPr sz="1450" spc="-45" dirty="0">
                <a:solidFill>
                  <a:srgbClr val="DFDFDF"/>
                </a:solidFill>
                <a:latin typeface="Verdana"/>
                <a:cs typeface="Verdana"/>
              </a:rPr>
              <a:t>minutes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DFDFDF"/>
                </a:solidFill>
                <a:latin typeface="Verdana"/>
                <a:cs typeface="Verdana"/>
              </a:rPr>
              <a:t>per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document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14647" y="1828799"/>
            <a:ext cx="6800850" cy="3095625"/>
            <a:chOff x="914647" y="1828799"/>
            <a:chExt cx="6800850" cy="3095625"/>
          </a:xfrm>
        </p:grpSpPr>
        <p:sp>
          <p:nvSpPr>
            <p:cNvPr id="9" name="object 9"/>
            <p:cNvSpPr/>
            <p:nvPr/>
          </p:nvSpPr>
          <p:spPr>
            <a:xfrm>
              <a:off x="914647" y="1828799"/>
              <a:ext cx="3124200" cy="28575"/>
            </a:xfrm>
            <a:custGeom>
              <a:avLst/>
              <a:gdLst/>
              <a:ahLst/>
              <a:cxnLst/>
              <a:rect l="l" t="t" r="r" b="b"/>
              <a:pathLst>
                <a:path w="3124200" h="28575">
                  <a:moveTo>
                    <a:pt x="3123703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3038227" y="0"/>
                  </a:lnTo>
                  <a:lnTo>
                    <a:pt x="3079639" y="6117"/>
                  </a:lnTo>
                  <a:lnTo>
                    <a:pt x="3117618" y="24056"/>
                  </a:lnTo>
                  <a:lnTo>
                    <a:pt x="3123703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6749" y="1828799"/>
              <a:ext cx="3238500" cy="3095625"/>
            </a:xfrm>
            <a:custGeom>
              <a:avLst/>
              <a:gdLst/>
              <a:ahLst/>
              <a:cxnLst/>
              <a:rect l="l" t="t" r="r" b="b"/>
              <a:pathLst>
                <a:path w="3238500" h="3095625">
                  <a:moveTo>
                    <a:pt x="3095624" y="3095624"/>
                  </a:moveTo>
                  <a:lnTo>
                    <a:pt x="142874" y="3095624"/>
                  </a:lnTo>
                  <a:lnTo>
                    <a:pt x="135855" y="3095453"/>
                  </a:lnTo>
                  <a:lnTo>
                    <a:pt x="94748" y="3087276"/>
                  </a:lnTo>
                  <a:lnTo>
                    <a:pt x="57756" y="3067503"/>
                  </a:lnTo>
                  <a:lnTo>
                    <a:pt x="28120" y="3037867"/>
                  </a:lnTo>
                  <a:lnTo>
                    <a:pt x="8347" y="3000874"/>
                  </a:lnTo>
                  <a:lnTo>
                    <a:pt x="171" y="2959768"/>
                  </a:lnTo>
                  <a:lnTo>
                    <a:pt x="0" y="2952749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095624" y="0"/>
                  </a:lnTo>
                  <a:lnTo>
                    <a:pt x="3137098" y="6150"/>
                  </a:lnTo>
                  <a:lnTo>
                    <a:pt x="3175000" y="24078"/>
                  </a:lnTo>
                  <a:lnTo>
                    <a:pt x="3206069" y="52234"/>
                  </a:lnTo>
                  <a:lnTo>
                    <a:pt x="3227623" y="88198"/>
                  </a:lnTo>
                  <a:lnTo>
                    <a:pt x="3237812" y="128870"/>
                  </a:lnTo>
                  <a:lnTo>
                    <a:pt x="3238499" y="142874"/>
                  </a:lnTo>
                  <a:lnTo>
                    <a:pt x="3238499" y="2952749"/>
                  </a:lnTo>
                  <a:lnTo>
                    <a:pt x="3232348" y="2994224"/>
                  </a:lnTo>
                  <a:lnTo>
                    <a:pt x="3214420" y="3032126"/>
                  </a:lnTo>
                  <a:lnTo>
                    <a:pt x="3186264" y="3063194"/>
                  </a:lnTo>
                  <a:lnTo>
                    <a:pt x="3150299" y="3084748"/>
                  </a:lnTo>
                  <a:lnTo>
                    <a:pt x="3109628" y="3094938"/>
                  </a:lnTo>
                  <a:lnTo>
                    <a:pt x="3095624" y="309562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43571" y="3495746"/>
              <a:ext cx="1905000" cy="1428750"/>
            </a:xfrm>
            <a:custGeom>
              <a:avLst/>
              <a:gdLst/>
              <a:ahLst/>
              <a:cxnLst/>
              <a:rect l="l" t="t" r="r" b="b"/>
              <a:pathLst>
                <a:path w="1905000" h="1428750">
                  <a:moveTo>
                    <a:pt x="1777298" y="1428678"/>
                  </a:moveTo>
                  <a:lnTo>
                    <a:pt x="127557" y="1428678"/>
                  </a:lnTo>
                  <a:lnTo>
                    <a:pt x="117971" y="1411708"/>
                  </a:lnTo>
                  <a:lnTo>
                    <a:pt x="96440" y="1370210"/>
                  </a:lnTo>
                  <a:lnTo>
                    <a:pt x="76972" y="1327705"/>
                  </a:lnTo>
                  <a:lnTo>
                    <a:pt x="59612" y="1284297"/>
                  </a:lnTo>
                  <a:lnTo>
                    <a:pt x="44404" y="1240089"/>
                  </a:lnTo>
                  <a:lnTo>
                    <a:pt x="31383" y="1195188"/>
                  </a:lnTo>
                  <a:lnTo>
                    <a:pt x="20580" y="1149702"/>
                  </a:lnTo>
                  <a:lnTo>
                    <a:pt x="12023" y="1103740"/>
                  </a:lnTo>
                  <a:lnTo>
                    <a:pt x="5731" y="1057415"/>
                  </a:lnTo>
                  <a:lnTo>
                    <a:pt x="1720" y="1010837"/>
                  </a:lnTo>
                  <a:lnTo>
                    <a:pt x="0" y="964117"/>
                  </a:lnTo>
                  <a:lnTo>
                    <a:pt x="0" y="940738"/>
                  </a:lnTo>
                  <a:lnTo>
                    <a:pt x="573" y="917369"/>
                  </a:lnTo>
                  <a:lnTo>
                    <a:pt x="3440" y="870706"/>
                  </a:lnTo>
                  <a:lnTo>
                    <a:pt x="8593" y="824240"/>
                  </a:lnTo>
                  <a:lnTo>
                    <a:pt x="16019" y="778083"/>
                  </a:lnTo>
                  <a:lnTo>
                    <a:pt x="25702" y="732345"/>
                  </a:lnTo>
                  <a:lnTo>
                    <a:pt x="37618" y="687138"/>
                  </a:lnTo>
                  <a:lnTo>
                    <a:pt x="51736" y="642570"/>
                  </a:lnTo>
                  <a:lnTo>
                    <a:pt x="68025" y="598748"/>
                  </a:lnTo>
                  <a:lnTo>
                    <a:pt x="86444" y="555779"/>
                  </a:lnTo>
                  <a:lnTo>
                    <a:pt x="106950" y="513765"/>
                  </a:lnTo>
                  <a:lnTo>
                    <a:pt x="129493" y="472808"/>
                  </a:lnTo>
                  <a:lnTo>
                    <a:pt x="154018" y="433006"/>
                  </a:lnTo>
                  <a:lnTo>
                    <a:pt x="180466" y="394456"/>
                  </a:lnTo>
                  <a:lnTo>
                    <a:pt x="208774" y="357250"/>
                  </a:lnTo>
                  <a:lnTo>
                    <a:pt x="238874" y="321477"/>
                  </a:lnTo>
                  <a:lnTo>
                    <a:pt x="270693" y="287225"/>
                  </a:lnTo>
                  <a:lnTo>
                    <a:pt x="304154" y="254575"/>
                  </a:lnTo>
                  <a:lnTo>
                    <a:pt x="339177" y="223606"/>
                  </a:lnTo>
                  <a:lnTo>
                    <a:pt x="375677" y="194394"/>
                  </a:lnTo>
                  <a:lnTo>
                    <a:pt x="413567" y="167007"/>
                  </a:lnTo>
                  <a:lnTo>
                    <a:pt x="452755" y="141512"/>
                  </a:lnTo>
                  <a:lnTo>
                    <a:pt x="493146" y="117971"/>
                  </a:lnTo>
                  <a:lnTo>
                    <a:pt x="534644" y="96441"/>
                  </a:lnTo>
                  <a:lnTo>
                    <a:pt x="577149" y="76972"/>
                  </a:lnTo>
                  <a:lnTo>
                    <a:pt x="620557" y="59613"/>
                  </a:lnTo>
                  <a:lnTo>
                    <a:pt x="664765" y="44404"/>
                  </a:lnTo>
                  <a:lnTo>
                    <a:pt x="709667" y="31383"/>
                  </a:lnTo>
                  <a:lnTo>
                    <a:pt x="755152" y="20581"/>
                  </a:lnTo>
                  <a:lnTo>
                    <a:pt x="801114" y="12023"/>
                  </a:lnTo>
                  <a:lnTo>
                    <a:pt x="847440" y="5732"/>
                  </a:lnTo>
                  <a:lnTo>
                    <a:pt x="894019" y="1720"/>
                  </a:lnTo>
                  <a:lnTo>
                    <a:pt x="940738" y="0"/>
                  </a:lnTo>
                  <a:lnTo>
                    <a:pt x="964117" y="0"/>
                  </a:lnTo>
                  <a:lnTo>
                    <a:pt x="1010836" y="1721"/>
                  </a:lnTo>
                  <a:lnTo>
                    <a:pt x="1057415" y="5732"/>
                  </a:lnTo>
                  <a:lnTo>
                    <a:pt x="1103741" y="12023"/>
                  </a:lnTo>
                  <a:lnTo>
                    <a:pt x="1149701" y="20581"/>
                  </a:lnTo>
                  <a:lnTo>
                    <a:pt x="1195187" y="31383"/>
                  </a:lnTo>
                  <a:lnTo>
                    <a:pt x="1240089" y="44404"/>
                  </a:lnTo>
                  <a:lnTo>
                    <a:pt x="1284296" y="59613"/>
                  </a:lnTo>
                  <a:lnTo>
                    <a:pt x="1327705" y="76972"/>
                  </a:lnTo>
                  <a:lnTo>
                    <a:pt x="1370210" y="96441"/>
                  </a:lnTo>
                  <a:lnTo>
                    <a:pt x="1411707" y="117971"/>
                  </a:lnTo>
                  <a:lnTo>
                    <a:pt x="1452099" y="141512"/>
                  </a:lnTo>
                  <a:lnTo>
                    <a:pt x="1491287" y="167007"/>
                  </a:lnTo>
                  <a:lnTo>
                    <a:pt x="1529177" y="194394"/>
                  </a:lnTo>
                  <a:lnTo>
                    <a:pt x="1565678" y="223606"/>
                  </a:lnTo>
                  <a:lnTo>
                    <a:pt x="1600700" y="254575"/>
                  </a:lnTo>
                  <a:lnTo>
                    <a:pt x="1634161" y="287225"/>
                  </a:lnTo>
                  <a:lnTo>
                    <a:pt x="1665980" y="321477"/>
                  </a:lnTo>
                  <a:lnTo>
                    <a:pt x="1696080" y="357250"/>
                  </a:lnTo>
                  <a:lnTo>
                    <a:pt x="1724388" y="394456"/>
                  </a:lnTo>
                  <a:lnTo>
                    <a:pt x="1750837" y="433006"/>
                  </a:lnTo>
                  <a:lnTo>
                    <a:pt x="1775362" y="472808"/>
                  </a:lnTo>
                  <a:lnTo>
                    <a:pt x="1797905" y="513765"/>
                  </a:lnTo>
                  <a:lnTo>
                    <a:pt x="1818410" y="555779"/>
                  </a:lnTo>
                  <a:lnTo>
                    <a:pt x="1836829" y="598748"/>
                  </a:lnTo>
                  <a:lnTo>
                    <a:pt x="1853118" y="642570"/>
                  </a:lnTo>
                  <a:lnTo>
                    <a:pt x="1867237" y="687138"/>
                  </a:lnTo>
                  <a:lnTo>
                    <a:pt x="1879152" y="732345"/>
                  </a:lnTo>
                  <a:lnTo>
                    <a:pt x="1888835" y="778083"/>
                  </a:lnTo>
                  <a:lnTo>
                    <a:pt x="1896262" y="824240"/>
                  </a:lnTo>
                  <a:lnTo>
                    <a:pt x="1901415" y="870706"/>
                  </a:lnTo>
                  <a:lnTo>
                    <a:pt x="1904282" y="917369"/>
                  </a:lnTo>
                  <a:lnTo>
                    <a:pt x="1904856" y="964117"/>
                  </a:lnTo>
                  <a:lnTo>
                    <a:pt x="1904282" y="987486"/>
                  </a:lnTo>
                  <a:lnTo>
                    <a:pt x="1901415" y="1034149"/>
                  </a:lnTo>
                  <a:lnTo>
                    <a:pt x="1896262" y="1080615"/>
                  </a:lnTo>
                  <a:lnTo>
                    <a:pt x="1888835" y="1126772"/>
                  </a:lnTo>
                  <a:lnTo>
                    <a:pt x="1879152" y="1172510"/>
                  </a:lnTo>
                  <a:lnTo>
                    <a:pt x="1867237" y="1217717"/>
                  </a:lnTo>
                  <a:lnTo>
                    <a:pt x="1853118" y="1262285"/>
                  </a:lnTo>
                  <a:lnTo>
                    <a:pt x="1836830" y="1306106"/>
                  </a:lnTo>
                  <a:lnTo>
                    <a:pt x="1818410" y="1349076"/>
                  </a:lnTo>
                  <a:lnTo>
                    <a:pt x="1797905" y="1391090"/>
                  </a:lnTo>
                  <a:lnTo>
                    <a:pt x="1777298" y="1428678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29906" y="2063750"/>
            <a:ext cx="1932305" cy="1240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endParaRPr sz="42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1975"/>
              </a:spcBef>
            </a:pPr>
            <a:r>
              <a:rPr sz="2050" b="1" spc="-35" dirty="0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r>
              <a:rPr sz="20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50" b="1" spc="-5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77879" y="3477213"/>
            <a:ext cx="1036319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b="1" spc="-65" dirty="0">
                <a:solidFill>
                  <a:srgbClr val="00C8FF"/>
                </a:solidFill>
                <a:latin typeface="Lucida Sans"/>
                <a:cs typeface="Lucida Sans"/>
              </a:rPr>
              <a:t>&gt;90%</a:t>
            </a:r>
            <a:endParaRPr sz="305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4992" y="4132007"/>
            <a:ext cx="246253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0365" marR="5080" indent="-368300">
              <a:lnSpc>
                <a:spcPct val="107800"/>
              </a:lnSpc>
            </a:pP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Accuracy</a:t>
            </a:r>
            <a:r>
              <a:rPr sz="1450" spc="-12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DFDFDF"/>
                </a:solidFill>
                <a:latin typeface="Verdana"/>
                <a:cs typeface="Verdana"/>
              </a:rPr>
              <a:t>on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summaries</a:t>
            </a:r>
            <a:r>
              <a:rPr sz="1450" spc="-12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DFDFDF"/>
                </a:solidFill>
                <a:latin typeface="Verdana"/>
                <a:cs typeface="Verdana"/>
              </a:rPr>
              <a:t>and </a:t>
            </a:r>
            <a:r>
              <a:rPr sz="1450" spc="-40" dirty="0">
                <a:solidFill>
                  <a:srgbClr val="DFDFDF"/>
                </a:solidFill>
                <a:latin typeface="Verdana"/>
                <a:cs typeface="Verdana"/>
              </a:rPr>
              <a:t>question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answering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4147" y="1828799"/>
            <a:ext cx="6800850" cy="3095625"/>
            <a:chOff x="4534147" y="1828799"/>
            <a:chExt cx="6800850" cy="3095625"/>
          </a:xfrm>
        </p:grpSpPr>
        <p:sp>
          <p:nvSpPr>
            <p:cNvPr id="16" name="object 16"/>
            <p:cNvSpPr/>
            <p:nvPr/>
          </p:nvSpPr>
          <p:spPr>
            <a:xfrm>
              <a:off x="4534147" y="1828799"/>
              <a:ext cx="3124200" cy="28575"/>
            </a:xfrm>
            <a:custGeom>
              <a:avLst/>
              <a:gdLst/>
              <a:ahLst/>
              <a:cxnLst/>
              <a:rect l="l" t="t" r="r" b="b"/>
              <a:pathLst>
                <a:path w="3124200" h="28575">
                  <a:moveTo>
                    <a:pt x="3123703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3038227" y="0"/>
                  </a:lnTo>
                  <a:lnTo>
                    <a:pt x="3079639" y="6117"/>
                  </a:lnTo>
                  <a:lnTo>
                    <a:pt x="3117618" y="24056"/>
                  </a:lnTo>
                  <a:lnTo>
                    <a:pt x="3123703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96249" y="1828799"/>
              <a:ext cx="3238500" cy="3095625"/>
            </a:xfrm>
            <a:custGeom>
              <a:avLst/>
              <a:gdLst/>
              <a:ahLst/>
              <a:cxnLst/>
              <a:rect l="l" t="t" r="r" b="b"/>
              <a:pathLst>
                <a:path w="3238500" h="3095625">
                  <a:moveTo>
                    <a:pt x="3095624" y="3095624"/>
                  </a:moveTo>
                  <a:lnTo>
                    <a:pt x="142874" y="3095624"/>
                  </a:lnTo>
                  <a:lnTo>
                    <a:pt x="135855" y="3095453"/>
                  </a:lnTo>
                  <a:lnTo>
                    <a:pt x="94748" y="3087276"/>
                  </a:lnTo>
                  <a:lnTo>
                    <a:pt x="57756" y="3067503"/>
                  </a:lnTo>
                  <a:lnTo>
                    <a:pt x="28120" y="3037867"/>
                  </a:lnTo>
                  <a:lnTo>
                    <a:pt x="8347" y="3000874"/>
                  </a:lnTo>
                  <a:lnTo>
                    <a:pt x="171" y="2959768"/>
                  </a:lnTo>
                  <a:lnTo>
                    <a:pt x="0" y="2952749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3095624" y="0"/>
                  </a:lnTo>
                  <a:lnTo>
                    <a:pt x="3137099" y="6150"/>
                  </a:lnTo>
                  <a:lnTo>
                    <a:pt x="3175001" y="24078"/>
                  </a:lnTo>
                  <a:lnTo>
                    <a:pt x="3206068" y="52234"/>
                  </a:lnTo>
                  <a:lnTo>
                    <a:pt x="3227623" y="88198"/>
                  </a:lnTo>
                  <a:lnTo>
                    <a:pt x="3237812" y="128870"/>
                  </a:lnTo>
                  <a:lnTo>
                    <a:pt x="3238499" y="142874"/>
                  </a:lnTo>
                  <a:lnTo>
                    <a:pt x="3238499" y="2952749"/>
                  </a:lnTo>
                  <a:lnTo>
                    <a:pt x="3232349" y="2994224"/>
                  </a:lnTo>
                  <a:lnTo>
                    <a:pt x="3214419" y="3032126"/>
                  </a:lnTo>
                  <a:lnTo>
                    <a:pt x="3186264" y="3063194"/>
                  </a:lnTo>
                  <a:lnTo>
                    <a:pt x="3150300" y="3084748"/>
                  </a:lnTo>
                  <a:lnTo>
                    <a:pt x="3109629" y="3094938"/>
                  </a:lnTo>
                  <a:lnTo>
                    <a:pt x="3095624" y="309562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63070" y="3495746"/>
              <a:ext cx="1905000" cy="1428750"/>
            </a:xfrm>
            <a:custGeom>
              <a:avLst/>
              <a:gdLst/>
              <a:ahLst/>
              <a:cxnLst/>
              <a:rect l="l" t="t" r="r" b="b"/>
              <a:pathLst>
                <a:path w="1905000" h="1428750">
                  <a:moveTo>
                    <a:pt x="1777297" y="1428678"/>
                  </a:moveTo>
                  <a:lnTo>
                    <a:pt x="127557" y="1428678"/>
                  </a:lnTo>
                  <a:lnTo>
                    <a:pt x="117971" y="1411708"/>
                  </a:lnTo>
                  <a:lnTo>
                    <a:pt x="96440" y="1370210"/>
                  </a:lnTo>
                  <a:lnTo>
                    <a:pt x="76971" y="1327705"/>
                  </a:lnTo>
                  <a:lnTo>
                    <a:pt x="59611" y="1284297"/>
                  </a:lnTo>
                  <a:lnTo>
                    <a:pt x="44403" y="1240089"/>
                  </a:lnTo>
                  <a:lnTo>
                    <a:pt x="31382" y="1195188"/>
                  </a:lnTo>
                  <a:lnTo>
                    <a:pt x="20580" y="1149702"/>
                  </a:lnTo>
                  <a:lnTo>
                    <a:pt x="12023" y="1103740"/>
                  </a:lnTo>
                  <a:lnTo>
                    <a:pt x="5731" y="1057415"/>
                  </a:lnTo>
                  <a:lnTo>
                    <a:pt x="1720" y="1010837"/>
                  </a:lnTo>
                  <a:lnTo>
                    <a:pt x="0" y="964117"/>
                  </a:lnTo>
                  <a:lnTo>
                    <a:pt x="0" y="940738"/>
                  </a:lnTo>
                  <a:lnTo>
                    <a:pt x="1720" y="894019"/>
                  </a:lnTo>
                  <a:lnTo>
                    <a:pt x="5731" y="847440"/>
                  </a:lnTo>
                  <a:lnTo>
                    <a:pt x="12023" y="801114"/>
                  </a:lnTo>
                  <a:lnTo>
                    <a:pt x="20580" y="755153"/>
                  </a:lnTo>
                  <a:lnTo>
                    <a:pt x="31382" y="709667"/>
                  </a:lnTo>
                  <a:lnTo>
                    <a:pt x="44403" y="664766"/>
                  </a:lnTo>
                  <a:lnTo>
                    <a:pt x="59611" y="620558"/>
                  </a:lnTo>
                  <a:lnTo>
                    <a:pt x="76971" y="577149"/>
                  </a:lnTo>
                  <a:lnTo>
                    <a:pt x="96439" y="534644"/>
                  </a:lnTo>
                  <a:lnTo>
                    <a:pt x="117971" y="493147"/>
                  </a:lnTo>
                  <a:lnTo>
                    <a:pt x="141511" y="452755"/>
                  </a:lnTo>
                  <a:lnTo>
                    <a:pt x="167006" y="413567"/>
                  </a:lnTo>
                  <a:lnTo>
                    <a:pt x="194393" y="375677"/>
                  </a:lnTo>
                  <a:lnTo>
                    <a:pt x="223606" y="339177"/>
                  </a:lnTo>
                  <a:lnTo>
                    <a:pt x="254574" y="304155"/>
                  </a:lnTo>
                  <a:lnTo>
                    <a:pt x="287224" y="270693"/>
                  </a:lnTo>
                  <a:lnTo>
                    <a:pt x="321476" y="238875"/>
                  </a:lnTo>
                  <a:lnTo>
                    <a:pt x="357249" y="208775"/>
                  </a:lnTo>
                  <a:lnTo>
                    <a:pt x="394455" y="180467"/>
                  </a:lnTo>
                  <a:lnTo>
                    <a:pt x="433006" y="154018"/>
                  </a:lnTo>
                  <a:lnTo>
                    <a:pt x="472808" y="129493"/>
                  </a:lnTo>
                  <a:lnTo>
                    <a:pt x="513765" y="106951"/>
                  </a:lnTo>
                  <a:lnTo>
                    <a:pt x="555779" y="86445"/>
                  </a:lnTo>
                  <a:lnTo>
                    <a:pt x="598748" y="68025"/>
                  </a:lnTo>
                  <a:lnTo>
                    <a:pt x="642569" y="51736"/>
                  </a:lnTo>
                  <a:lnTo>
                    <a:pt x="687138" y="37617"/>
                  </a:lnTo>
                  <a:lnTo>
                    <a:pt x="732344" y="25702"/>
                  </a:lnTo>
                  <a:lnTo>
                    <a:pt x="778082" y="16019"/>
                  </a:lnTo>
                  <a:lnTo>
                    <a:pt x="824240" y="8593"/>
                  </a:lnTo>
                  <a:lnTo>
                    <a:pt x="870706" y="3440"/>
                  </a:lnTo>
                  <a:lnTo>
                    <a:pt x="917369" y="573"/>
                  </a:lnTo>
                  <a:lnTo>
                    <a:pt x="940738" y="0"/>
                  </a:lnTo>
                  <a:lnTo>
                    <a:pt x="964117" y="0"/>
                  </a:lnTo>
                  <a:lnTo>
                    <a:pt x="1010837" y="1721"/>
                  </a:lnTo>
                  <a:lnTo>
                    <a:pt x="1057415" y="5732"/>
                  </a:lnTo>
                  <a:lnTo>
                    <a:pt x="1103740" y="12023"/>
                  </a:lnTo>
                  <a:lnTo>
                    <a:pt x="1149701" y="20581"/>
                  </a:lnTo>
                  <a:lnTo>
                    <a:pt x="1195187" y="31383"/>
                  </a:lnTo>
                  <a:lnTo>
                    <a:pt x="1240088" y="44404"/>
                  </a:lnTo>
                  <a:lnTo>
                    <a:pt x="1284296" y="59613"/>
                  </a:lnTo>
                  <a:lnTo>
                    <a:pt x="1327704" y="76972"/>
                  </a:lnTo>
                  <a:lnTo>
                    <a:pt x="1370209" y="96441"/>
                  </a:lnTo>
                  <a:lnTo>
                    <a:pt x="1411708" y="117971"/>
                  </a:lnTo>
                  <a:lnTo>
                    <a:pt x="1452099" y="141512"/>
                  </a:lnTo>
                  <a:lnTo>
                    <a:pt x="1491286" y="167007"/>
                  </a:lnTo>
                  <a:lnTo>
                    <a:pt x="1529177" y="194394"/>
                  </a:lnTo>
                  <a:lnTo>
                    <a:pt x="1565678" y="223606"/>
                  </a:lnTo>
                  <a:lnTo>
                    <a:pt x="1600700" y="254575"/>
                  </a:lnTo>
                  <a:lnTo>
                    <a:pt x="1634161" y="287225"/>
                  </a:lnTo>
                  <a:lnTo>
                    <a:pt x="1665980" y="321477"/>
                  </a:lnTo>
                  <a:lnTo>
                    <a:pt x="1696079" y="357250"/>
                  </a:lnTo>
                  <a:lnTo>
                    <a:pt x="1724387" y="394456"/>
                  </a:lnTo>
                  <a:lnTo>
                    <a:pt x="1750835" y="433006"/>
                  </a:lnTo>
                  <a:lnTo>
                    <a:pt x="1775361" y="472808"/>
                  </a:lnTo>
                  <a:lnTo>
                    <a:pt x="1797904" y="513765"/>
                  </a:lnTo>
                  <a:lnTo>
                    <a:pt x="1818409" y="555779"/>
                  </a:lnTo>
                  <a:lnTo>
                    <a:pt x="1836829" y="598748"/>
                  </a:lnTo>
                  <a:lnTo>
                    <a:pt x="1853118" y="642570"/>
                  </a:lnTo>
                  <a:lnTo>
                    <a:pt x="1867236" y="687138"/>
                  </a:lnTo>
                  <a:lnTo>
                    <a:pt x="1879152" y="732345"/>
                  </a:lnTo>
                  <a:lnTo>
                    <a:pt x="1888835" y="778083"/>
                  </a:lnTo>
                  <a:lnTo>
                    <a:pt x="1896262" y="824240"/>
                  </a:lnTo>
                  <a:lnTo>
                    <a:pt x="1901415" y="870706"/>
                  </a:lnTo>
                  <a:lnTo>
                    <a:pt x="1904282" y="917369"/>
                  </a:lnTo>
                  <a:lnTo>
                    <a:pt x="1904856" y="940738"/>
                  </a:lnTo>
                  <a:lnTo>
                    <a:pt x="1904856" y="964117"/>
                  </a:lnTo>
                  <a:lnTo>
                    <a:pt x="1903135" y="1010837"/>
                  </a:lnTo>
                  <a:lnTo>
                    <a:pt x="1899123" y="1057416"/>
                  </a:lnTo>
                  <a:lnTo>
                    <a:pt x="1892831" y="1103741"/>
                  </a:lnTo>
                  <a:lnTo>
                    <a:pt x="1884273" y="1149702"/>
                  </a:lnTo>
                  <a:lnTo>
                    <a:pt x="1873471" y="1195188"/>
                  </a:lnTo>
                  <a:lnTo>
                    <a:pt x="1860451" y="1240089"/>
                  </a:lnTo>
                  <a:lnTo>
                    <a:pt x="1845242" y="1284297"/>
                  </a:lnTo>
                  <a:lnTo>
                    <a:pt x="1827882" y="1327706"/>
                  </a:lnTo>
                  <a:lnTo>
                    <a:pt x="1808414" y="1370210"/>
                  </a:lnTo>
                  <a:lnTo>
                    <a:pt x="1786884" y="1411708"/>
                  </a:lnTo>
                  <a:lnTo>
                    <a:pt x="1777297" y="1428678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03381" y="2063750"/>
            <a:ext cx="2624455" cy="1240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🌐</a:t>
            </a:r>
            <a:endParaRPr sz="42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1975"/>
              </a:spcBef>
            </a:pPr>
            <a:r>
              <a:rPr sz="2050" b="1" dirty="0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sz="2050" b="1" spc="-30" dirty="0">
                <a:solidFill>
                  <a:srgbClr val="FFFFFF"/>
                </a:solidFill>
                <a:latin typeface="Arial"/>
                <a:cs typeface="Arial"/>
              </a:rPr>
              <a:t>Language</a:t>
            </a:r>
            <a:r>
              <a:rPr sz="20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50" b="1" spc="-12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20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50" b="1" spc="-90" dirty="0">
                <a:solidFill>
                  <a:srgbClr val="FFFFFF"/>
                </a:solidFill>
                <a:latin typeface="Arial"/>
                <a:cs typeface="Arial"/>
              </a:rPr>
              <a:t>TTS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1287" y="3477213"/>
            <a:ext cx="136842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b="1" spc="-60" dirty="0">
                <a:solidFill>
                  <a:srgbClr val="00C8FF"/>
                </a:solidFill>
                <a:latin typeface="Lucida Sans"/>
                <a:cs typeface="Lucida Sans"/>
              </a:rPr>
              <a:t>Instant</a:t>
            </a:r>
            <a:endParaRPr sz="30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3679" y="4132007"/>
            <a:ext cx="262382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7890" marR="5080" indent="-885825">
              <a:lnSpc>
                <a:spcPct val="107800"/>
              </a:lnSpc>
            </a:pPr>
            <a:r>
              <a:rPr sz="1450" spc="-85" dirty="0">
                <a:solidFill>
                  <a:srgbClr val="DFDFDF"/>
                </a:solidFill>
                <a:latin typeface="Verdana"/>
                <a:cs typeface="Verdana"/>
              </a:rPr>
              <a:t>Translate</a:t>
            </a:r>
            <a:r>
              <a:rPr sz="1450" spc="-12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35" dirty="0">
                <a:solidFill>
                  <a:srgbClr val="DFDFDF"/>
                </a:solidFill>
                <a:latin typeface="Verdana"/>
                <a:cs typeface="Verdana"/>
              </a:rPr>
              <a:t>and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listen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to</a:t>
            </a:r>
            <a:r>
              <a:rPr sz="1450" spc="-12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content </a:t>
            </a:r>
            <a:r>
              <a:rPr sz="1450" spc="-35" dirty="0">
                <a:solidFill>
                  <a:srgbClr val="DFDFDF"/>
                </a:solidFill>
                <a:latin typeface="Verdana"/>
                <a:cs typeface="Verdana"/>
              </a:rPr>
              <a:t>on</a:t>
            </a:r>
            <a:r>
              <a:rPr sz="1450" spc="-14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40" dirty="0">
                <a:solidFill>
                  <a:srgbClr val="DFDFDF"/>
                </a:solidFill>
                <a:latin typeface="Verdana"/>
                <a:cs typeface="Verdana"/>
              </a:rPr>
              <a:t>the</a:t>
            </a:r>
            <a:r>
              <a:rPr sz="1450" spc="-14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DFDFDF"/>
                </a:solidFill>
                <a:latin typeface="Verdana"/>
                <a:cs typeface="Verdana"/>
              </a:rPr>
              <a:t>go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53646" y="1828799"/>
            <a:ext cx="3124200" cy="28575"/>
          </a:xfrm>
          <a:custGeom>
            <a:avLst/>
            <a:gdLst/>
            <a:ahLst/>
            <a:cxnLst/>
            <a:rect l="l" t="t" r="r" b="b"/>
            <a:pathLst>
              <a:path w="3124200" h="28575">
                <a:moveTo>
                  <a:pt x="3123703" y="28574"/>
                </a:moveTo>
                <a:lnTo>
                  <a:pt x="0" y="28574"/>
                </a:lnTo>
                <a:lnTo>
                  <a:pt x="6084" y="24056"/>
                </a:lnTo>
                <a:lnTo>
                  <a:pt x="44064" y="6117"/>
                </a:lnTo>
                <a:lnTo>
                  <a:pt x="85477" y="0"/>
                </a:lnTo>
                <a:lnTo>
                  <a:pt x="3038227" y="0"/>
                </a:lnTo>
                <a:lnTo>
                  <a:pt x="3079639" y="6117"/>
                </a:lnTo>
                <a:lnTo>
                  <a:pt x="3117618" y="24056"/>
                </a:lnTo>
                <a:lnTo>
                  <a:pt x="3123703" y="28574"/>
                </a:lnTo>
                <a:close/>
              </a:path>
            </a:pathLst>
          </a:custGeom>
          <a:solidFill>
            <a:srgbClr val="7E00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200900"/>
          </a:xfrm>
          <a:custGeom>
            <a:avLst/>
            <a:gdLst/>
            <a:ahLst/>
            <a:cxnLst/>
            <a:rect l="l" t="t" r="r" b="b"/>
            <a:pathLst>
              <a:path w="12192000" h="7200900">
                <a:moveTo>
                  <a:pt x="12191999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00899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499" y="742949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499" y="5714999"/>
                </a:moveTo>
                <a:lnTo>
                  <a:pt x="2787373" y="5714138"/>
                </a:lnTo>
                <a:lnTo>
                  <a:pt x="2717289" y="5711557"/>
                </a:lnTo>
                <a:lnTo>
                  <a:pt x="2647289" y="5707257"/>
                </a:lnTo>
                <a:lnTo>
                  <a:pt x="2577416" y="5701239"/>
                </a:lnTo>
                <a:lnTo>
                  <a:pt x="2507711" y="5693509"/>
                </a:lnTo>
                <a:lnTo>
                  <a:pt x="2438217" y="5684071"/>
                </a:lnTo>
                <a:lnTo>
                  <a:pt x="2368976" y="5672930"/>
                </a:lnTo>
                <a:lnTo>
                  <a:pt x="2300029" y="5660092"/>
                </a:lnTo>
                <a:lnTo>
                  <a:pt x="2231417" y="5645567"/>
                </a:lnTo>
                <a:lnTo>
                  <a:pt x="2163183" y="5629362"/>
                </a:lnTo>
                <a:lnTo>
                  <a:pt x="2095368" y="5611489"/>
                </a:lnTo>
                <a:lnTo>
                  <a:pt x="2028011" y="5591955"/>
                </a:lnTo>
                <a:lnTo>
                  <a:pt x="1961154" y="5570775"/>
                </a:lnTo>
                <a:lnTo>
                  <a:pt x="1894837" y="5547960"/>
                </a:lnTo>
                <a:lnTo>
                  <a:pt x="1829099" y="5523525"/>
                </a:lnTo>
                <a:lnTo>
                  <a:pt x="1763981" y="5497484"/>
                </a:lnTo>
                <a:lnTo>
                  <a:pt x="1699522" y="5469852"/>
                </a:lnTo>
                <a:lnTo>
                  <a:pt x="1635761" y="5440648"/>
                </a:lnTo>
                <a:lnTo>
                  <a:pt x="1572735" y="5409887"/>
                </a:lnTo>
                <a:lnTo>
                  <a:pt x="1510483" y="5377589"/>
                </a:lnTo>
                <a:lnTo>
                  <a:pt x="1449043" y="5343772"/>
                </a:lnTo>
                <a:lnTo>
                  <a:pt x="1388451" y="5308458"/>
                </a:lnTo>
                <a:lnTo>
                  <a:pt x="1328744" y="5271668"/>
                </a:lnTo>
                <a:lnTo>
                  <a:pt x="1269957" y="5233423"/>
                </a:lnTo>
                <a:lnTo>
                  <a:pt x="1212127" y="5193747"/>
                </a:lnTo>
                <a:lnTo>
                  <a:pt x="1155288" y="5152664"/>
                </a:lnTo>
                <a:lnTo>
                  <a:pt x="1099475" y="5110198"/>
                </a:lnTo>
                <a:lnTo>
                  <a:pt x="1044721" y="5066376"/>
                </a:lnTo>
                <a:lnTo>
                  <a:pt x="991058" y="5021223"/>
                </a:lnTo>
                <a:lnTo>
                  <a:pt x="938520" y="4974766"/>
                </a:lnTo>
                <a:lnTo>
                  <a:pt x="887137" y="4927035"/>
                </a:lnTo>
                <a:lnTo>
                  <a:pt x="836942" y="4878056"/>
                </a:lnTo>
                <a:lnTo>
                  <a:pt x="787963" y="4827861"/>
                </a:lnTo>
                <a:lnTo>
                  <a:pt x="740232" y="4776478"/>
                </a:lnTo>
                <a:lnTo>
                  <a:pt x="693775" y="4723940"/>
                </a:lnTo>
                <a:lnTo>
                  <a:pt x="648622" y="4670277"/>
                </a:lnTo>
                <a:lnTo>
                  <a:pt x="604799" y="4615523"/>
                </a:lnTo>
                <a:lnTo>
                  <a:pt x="562334" y="4559709"/>
                </a:lnTo>
                <a:lnTo>
                  <a:pt x="521251" y="4502870"/>
                </a:lnTo>
                <a:lnTo>
                  <a:pt x="481575" y="4445040"/>
                </a:lnTo>
                <a:lnTo>
                  <a:pt x="443330" y="4386254"/>
                </a:lnTo>
                <a:lnTo>
                  <a:pt x="406540" y="4326547"/>
                </a:lnTo>
                <a:lnTo>
                  <a:pt x="371226" y="4265955"/>
                </a:lnTo>
                <a:lnTo>
                  <a:pt x="337409" y="4204515"/>
                </a:lnTo>
                <a:lnTo>
                  <a:pt x="305111" y="4142263"/>
                </a:lnTo>
                <a:lnTo>
                  <a:pt x="274350" y="4079237"/>
                </a:lnTo>
                <a:lnTo>
                  <a:pt x="245145" y="4015476"/>
                </a:lnTo>
                <a:lnTo>
                  <a:pt x="217514" y="3951016"/>
                </a:lnTo>
                <a:lnTo>
                  <a:pt x="191472" y="3885899"/>
                </a:lnTo>
                <a:lnTo>
                  <a:pt x="167037" y="3820161"/>
                </a:lnTo>
                <a:lnTo>
                  <a:pt x="144223" y="3753844"/>
                </a:lnTo>
                <a:lnTo>
                  <a:pt x="123042" y="3686987"/>
                </a:lnTo>
                <a:lnTo>
                  <a:pt x="103509" y="3619631"/>
                </a:lnTo>
                <a:lnTo>
                  <a:pt x="85635" y="3551815"/>
                </a:lnTo>
                <a:lnTo>
                  <a:pt x="69431" y="3483581"/>
                </a:lnTo>
                <a:lnTo>
                  <a:pt x="54906" y="3414970"/>
                </a:lnTo>
                <a:lnTo>
                  <a:pt x="42068" y="3346023"/>
                </a:lnTo>
                <a:lnTo>
                  <a:pt x="30928" y="3276781"/>
                </a:lnTo>
                <a:lnTo>
                  <a:pt x="21489" y="3207288"/>
                </a:lnTo>
                <a:lnTo>
                  <a:pt x="13759" y="3137584"/>
                </a:lnTo>
                <a:lnTo>
                  <a:pt x="7742" y="3067710"/>
                </a:lnTo>
                <a:lnTo>
                  <a:pt x="3441" y="2997710"/>
                </a:lnTo>
                <a:lnTo>
                  <a:pt x="860" y="2927626"/>
                </a:lnTo>
                <a:lnTo>
                  <a:pt x="0" y="2857499"/>
                </a:lnTo>
                <a:lnTo>
                  <a:pt x="215" y="2822431"/>
                </a:lnTo>
                <a:lnTo>
                  <a:pt x="1936" y="2752325"/>
                </a:lnTo>
                <a:lnTo>
                  <a:pt x="5377" y="2682273"/>
                </a:lnTo>
                <a:lnTo>
                  <a:pt x="10536" y="2612336"/>
                </a:lnTo>
                <a:lnTo>
                  <a:pt x="17411" y="2542537"/>
                </a:lnTo>
                <a:lnTo>
                  <a:pt x="25995" y="2472937"/>
                </a:lnTo>
                <a:lnTo>
                  <a:pt x="36286" y="2403559"/>
                </a:lnTo>
                <a:lnTo>
                  <a:pt x="48275" y="2334465"/>
                </a:lnTo>
                <a:lnTo>
                  <a:pt x="61958" y="2265676"/>
                </a:lnTo>
                <a:lnTo>
                  <a:pt x="77323" y="2197253"/>
                </a:lnTo>
                <a:lnTo>
                  <a:pt x="94365" y="2129218"/>
                </a:lnTo>
                <a:lnTo>
                  <a:pt x="113068" y="2061632"/>
                </a:lnTo>
                <a:lnTo>
                  <a:pt x="133428" y="1994515"/>
                </a:lnTo>
                <a:lnTo>
                  <a:pt x="155426" y="1927928"/>
                </a:lnTo>
                <a:lnTo>
                  <a:pt x="179054" y="1861890"/>
                </a:lnTo>
                <a:lnTo>
                  <a:pt x="204292" y="1796463"/>
                </a:lnTo>
                <a:lnTo>
                  <a:pt x="231133" y="1731665"/>
                </a:lnTo>
                <a:lnTo>
                  <a:pt x="259551" y="1667554"/>
                </a:lnTo>
                <a:lnTo>
                  <a:pt x="289538" y="1604151"/>
                </a:lnTo>
                <a:lnTo>
                  <a:pt x="321068" y="1541512"/>
                </a:lnTo>
                <a:lnTo>
                  <a:pt x="354130" y="1479657"/>
                </a:lnTo>
                <a:lnTo>
                  <a:pt x="388696" y="1418641"/>
                </a:lnTo>
                <a:lnTo>
                  <a:pt x="424753" y="1358482"/>
                </a:lnTo>
                <a:lnTo>
                  <a:pt x="462271" y="1299235"/>
                </a:lnTo>
                <a:lnTo>
                  <a:pt x="501237" y="1240918"/>
                </a:lnTo>
                <a:lnTo>
                  <a:pt x="541616" y="1183584"/>
                </a:lnTo>
                <a:lnTo>
                  <a:pt x="583397" y="1127249"/>
                </a:lnTo>
                <a:lnTo>
                  <a:pt x="626541" y="1071965"/>
                </a:lnTo>
                <a:lnTo>
                  <a:pt x="671036" y="1017749"/>
                </a:lnTo>
                <a:lnTo>
                  <a:pt x="716840" y="964648"/>
                </a:lnTo>
                <a:lnTo>
                  <a:pt x="763942" y="912680"/>
                </a:lnTo>
                <a:lnTo>
                  <a:pt x="812297" y="861891"/>
                </a:lnTo>
                <a:lnTo>
                  <a:pt x="861891" y="812297"/>
                </a:lnTo>
                <a:lnTo>
                  <a:pt x="912680" y="763942"/>
                </a:lnTo>
                <a:lnTo>
                  <a:pt x="964648" y="716840"/>
                </a:lnTo>
                <a:lnTo>
                  <a:pt x="1017749" y="671036"/>
                </a:lnTo>
                <a:lnTo>
                  <a:pt x="1071965" y="626541"/>
                </a:lnTo>
                <a:lnTo>
                  <a:pt x="1127249" y="583397"/>
                </a:lnTo>
                <a:lnTo>
                  <a:pt x="1183584" y="541616"/>
                </a:lnTo>
                <a:lnTo>
                  <a:pt x="1240918" y="501237"/>
                </a:lnTo>
                <a:lnTo>
                  <a:pt x="1299235" y="462271"/>
                </a:lnTo>
                <a:lnTo>
                  <a:pt x="1358482" y="424753"/>
                </a:lnTo>
                <a:lnTo>
                  <a:pt x="1418641" y="388696"/>
                </a:lnTo>
                <a:lnTo>
                  <a:pt x="1479657" y="354130"/>
                </a:lnTo>
                <a:lnTo>
                  <a:pt x="1541512" y="321068"/>
                </a:lnTo>
                <a:lnTo>
                  <a:pt x="1604151" y="289538"/>
                </a:lnTo>
                <a:lnTo>
                  <a:pt x="1667554" y="259551"/>
                </a:lnTo>
                <a:lnTo>
                  <a:pt x="1731664" y="231133"/>
                </a:lnTo>
                <a:lnTo>
                  <a:pt x="1796463" y="204292"/>
                </a:lnTo>
                <a:lnTo>
                  <a:pt x="1861890" y="179054"/>
                </a:lnTo>
                <a:lnTo>
                  <a:pt x="1927927" y="155426"/>
                </a:lnTo>
                <a:lnTo>
                  <a:pt x="1994515" y="133428"/>
                </a:lnTo>
                <a:lnTo>
                  <a:pt x="2061632" y="113068"/>
                </a:lnTo>
                <a:lnTo>
                  <a:pt x="2129218" y="94365"/>
                </a:lnTo>
                <a:lnTo>
                  <a:pt x="2197253" y="77323"/>
                </a:lnTo>
                <a:lnTo>
                  <a:pt x="2265676" y="61958"/>
                </a:lnTo>
                <a:lnTo>
                  <a:pt x="2334465" y="48275"/>
                </a:lnTo>
                <a:lnTo>
                  <a:pt x="2403559" y="36286"/>
                </a:lnTo>
                <a:lnTo>
                  <a:pt x="2472937" y="25995"/>
                </a:lnTo>
                <a:lnTo>
                  <a:pt x="2542537" y="17411"/>
                </a:lnTo>
                <a:lnTo>
                  <a:pt x="2612336" y="10536"/>
                </a:lnTo>
                <a:lnTo>
                  <a:pt x="2682273" y="5377"/>
                </a:lnTo>
                <a:lnTo>
                  <a:pt x="2752325" y="1936"/>
                </a:lnTo>
                <a:lnTo>
                  <a:pt x="2822431" y="215"/>
                </a:lnTo>
                <a:lnTo>
                  <a:pt x="2857499" y="0"/>
                </a:lnTo>
                <a:lnTo>
                  <a:pt x="2892568" y="215"/>
                </a:lnTo>
                <a:lnTo>
                  <a:pt x="2962673" y="1936"/>
                </a:lnTo>
                <a:lnTo>
                  <a:pt x="3032726" y="5377"/>
                </a:lnTo>
                <a:lnTo>
                  <a:pt x="3102663" y="10536"/>
                </a:lnTo>
                <a:lnTo>
                  <a:pt x="3172462" y="17411"/>
                </a:lnTo>
                <a:lnTo>
                  <a:pt x="3242061" y="25995"/>
                </a:lnTo>
                <a:lnTo>
                  <a:pt x="3311439" y="36286"/>
                </a:lnTo>
                <a:lnTo>
                  <a:pt x="3380533" y="48275"/>
                </a:lnTo>
                <a:lnTo>
                  <a:pt x="3449322" y="61958"/>
                </a:lnTo>
                <a:lnTo>
                  <a:pt x="3517745" y="77323"/>
                </a:lnTo>
                <a:lnTo>
                  <a:pt x="3585780" y="94365"/>
                </a:lnTo>
                <a:lnTo>
                  <a:pt x="3653366" y="113068"/>
                </a:lnTo>
                <a:lnTo>
                  <a:pt x="3720483" y="133428"/>
                </a:lnTo>
                <a:lnTo>
                  <a:pt x="3787070" y="155426"/>
                </a:lnTo>
                <a:lnTo>
                  <a:pt x="3853107" y="179054"/>
                </a:lnTo>
                <a:lnTo>
                  <a:pt x="3918535" y="204292"/>
                </a:lnTo>
                <a:lnTo>
                  <a:pt x="3983333" y="231133"/>
                </a:lnTo>
                <a:lnTo>
                  <a:pt x="4047444" y="259551"/>
                </a:lnTo>
                <a:lnTo>
                  <a:pt x="4110847" y="289538"/>
                </a:lnTo>
                <a:lnTo>
                  <a:pt x="4173486" y="321068"/>
                </a:lnTo>
                <a:lnTo>
                  <a:pt x="4235341" y="354130"/>
                </a:lnTo>
                <a:lnTo>
                  <a:pt x="4296357" y="388696"/>
                </a:lnTo>
                <a:lnTo>
                  <a:pt x="4356515" y="424753"/>
                </a:lnTo>
                <a:lnTo>
                  <a:pt x="4415762" y="462271"/>
                </a:lnTo>
                <a:lnTo>
                  <a:pt x="4474079" y="501237"/>
                </a:lnTo>
                <a:lnTo>
                  <a:pt x="4531413" y="541616"/>
                </a:lnTo>
                <a:lnTo>
                  <a:pt x="4587748" y="583397"/>
                </a:lnTo>
                <a:lnTo>
                  <a:pt x="4643032" y="626541"/>
                </a:lnTo>
                <a:lnTo>
                  <a:pt x="4697249" y="671036"/>
                </a:lnTo>
                <a:lnTo>
                  <a:pt x="4750350" y="716840"/>
                </a:lnTo>
                <a:lnTo>
                  <a:pt x="4802318" y="763942"/>
                </a:lnTo>
                <a:lnTo>
                  <a:pt x="4853107" y="812297"/>
                </a:lnTo>
                <a:lnTo>
                  <a:pt x="4902701" y="861891"/>
                </a:lnTo>
                <a:lnTo>
                  <a:pt x="4951056" y="912680"/>
                </a:lnTo>
                <a:lnTo>
                  <a:pt x="4998157" y="964648"/>
                </a:lnTo>
                <a:lnTo>
                  <a:pt x="5043962" y="1017749"/>
                </a:lnTo>
                <a:lnTo>
                  <a:pt x="5088457" y="1071965"/>
                </a:lnTo>
                <a:lnTo>
                  <a:pt x="5131600" y="1127249"/>
                </a:lnTo>
                <a:lnTo>
                  <a:pt x="5173381" y="1183584"/>
                </a:lnTo>
                <a:lnTo>
                  <a:pt x="5213761" y="1240918"/>
                </a:lnTo>
                <a:lnTo>
                  <a:pt x="5252727" y="1299235"/>
                </a:lnTo>
                <a:lnTo>
                  <a:pt x="5290244" y="1358482"/>
                </a:lnTo>
                <a:lnTo>
                  <a:pt x="5326302" y="1418641"/>
                </a:lnTo>
                <a:lnTo>
                  <a:pt x="5360867" y="1479657"/>
                </a:lnTo>
                <a:lnTo>
                  <a:pt x="5393930" y="1541512"/>
                </a:lnTo>
                <a:lnTo>
                  <a:pt x="5425459" y="1604151"/>
                </a:lnTo>
                <a:lnTo>
                  <a:pt x="5455447" y="1667554"/>
                </a:lnTo>
                <a:lnTo>
                  <a:pt x="5483865" y="1731664"/>
                </a:lnTo>
                <a:lnTo>
                  <a:pt x="5510705" y="1796463"/>
                </a:lnTo>
                <a:lnTo>
                  <a:pt x="5535943" y="1861890"/>
                </a:lnTo>
                <a:lnTo>
                  <a:pt x="5559572" y="1927927"/>
                </a:lnTo>
                <a:lnTo>
                  <a:pt x="5581570" y="1994515"/>
                </a:lnTo>
                <a:lnTo>
                  <a:pt x="5601929" y="2061632"/>
                </a:lnTo>
                <a:lnTo>
                  <a:pt x="5620633" y="2129218"/>
                </a:lnTo>
                <a:lnTo>
                  <a:pt x="5637675" y="2197253"/>
                </a:lnTo>
                <a:lnTo>
                  <a:pt x="5653040" y="2265676"/>
                </a:lnTo>
                <a:lnTo>
                  <a:pt x="5666723" y="2334465"/>
                </a:lnTo>
                <a:lnTo>
                  <a:pt x="5678712" y="2403559"/>
                </a:lnTo>
                <a:lnTo>
                  <a:pt x="5689004" y="2472937"/>
                </a:lnTo>
                <a:lnTo>
                  <a:pt x="5697588" y="2542537"/>
                </a:lnTo>
                <a:lnTo>
                  <a:pt x="5704463" y="2612336"/>
                </a:lnTo>
                <a:lnTo>
                  <a:pt x="5709622" y="2682273"/>
                </a:lnTo>
                <a:lnTo>
                  <a:pt x="5713063" y="2752325"/>
                </a:lnTo>
                <a:lnTo>
                  <a:pt x="5714784" y="2822431"/>
                </a:lnTo>
                <a:lnTo>
                  <a:pt x="5714999" y="2857499"/>
                </a:lnTo>
                <a:lnTo>
                  <a:pt x="5714784" y="2892568"/>
                </a:lnTo>
                <a:lnTo>
                  <a:pt x="5713063" y="2962673"/>
                </a:lnTo>
                <a:lnTo>
                  <a:pt x="5709622" y="3032726"/>
                </a:lnTo>
                <a:lnTo>
                  <a:pt x="5704463" y="3102663"/>
                </a:lnTo>
                <a:lnTo>
                  <a:pt x="5697588" y="3172462"/>
                </a:lnTo>
                <a:lnTo>
                  <a:pt x="5689004" y="3242061"/>
                </a:lnTo>
                <a:lnTo>
                  <a:pt x="5678712" y="3311439"/>
                </a:lnTo>
                <a:lnTo>
                  <a:pt x="5666723" y="3380533"/>
                </a:lnTo>
                <a:lnTo>
                  <a:pt x="5653040" y="3449322"/>
                </a:lnTo>
                <a:lnTo>
                  <a:pt x="5637675" y="3517745"/>
                </a:lnTo>
                <a:lnTo>
                  <a:pt x="5620633" y="3585780"/>
                </a:lnTo>
                <a:lnTo>
                  <a:pt x="5601929" y="3653366"/>
                </a:lnTo>
                <a:lnTo>
                  <a:pt x="5581570" y="3720483"/>
                </a:lnTo>
                <a:lnTo>
                  <a:pt x="5559572" y="3787070"/>
                </a:lnTo>
                <a:lnTo>
                  <a:pt x="5535943" y="3853107"/>
                </a:lnTo>
                <a:lnTo>
                  <a:pt x="5510705" y="3918535"/>
                </a:lnTo>
                <a:lnTo>
                  <a:pt x="5483865" y="3983333"/>
                </a:lnTo>
                <a:lnTo>
                  <a:pt x="5455447" y="4047444"/>
                </a:lnTo>
                <a:lnTo>
                  <a:pt x="5425460" y="4110847"/>
                </a:lnTo>
                <a:lnTo>
                  <a:pt x="5393930" y="4173486"/>
                </a:lnTo>
                <a:lnTo>
                  <a:pt x="5360867" y="4235341"/>
                </a:lnTo>
                <a:lnTo>
                  <a:pt x="5326302" y="4296357"/>
                </a:lnTo>
                <a:lnTo>
                  <a:pt x="5290245" y="4356515"/>
                </a:lnTo>
                <a:lnTo>
                  <a:pt x="5252727" y="4415762"/>
                </a:lnTo>
                <a:lnTo>
                  <a:pt x="5213761" y="4474079"/>
                </a:lnTo>
                <a:lnTo>
                  <a:pt x="5173381" y="4531413"/>
                </a:lnTo>
                <a:lnTo>
                  <a:pt x="5131600" y="4587748"/>
                </a:lnTo>
                <a:lnTo>
                  <a:pt x="5088457" y="4643032"/>
                </a:lnTo>
                <a:lnTo>
                  <a:pt x="5043962" y="4697249"/>
                </a:lnTo>
                <a:lnTo>
                  <a:pt x="4998157" y="4750350"/>
                </a:lnTo>
                <a:lnTo>
                  <a:pt x="4951056" y="4802318"/>
                </a:lnTo>
                <a:lnTo>
                  <a:pt x="4902701" y="4853107"/>
                </a:lnTo>
                <a:lnTo>
                  <a:pt x="4853107" y="4902701"/>
                </a:lnTo>
                <a:lnTo>
                  <a:pt x="4802318" y="4951056"/>
                </a:lnTo>
                <a:lnTo>
                  <a:pt x="4750349" y="4998157"/>
                </a:lnTo>
                <a:lnTo>
                  <a:pt x="4697249" y="5043962"/>
                </a:lnTo>
                <a:lnTo>
                  <a:pt x="4643032" y="5088457"/>
                </a:lnTo>
                <a:lnTo>
                  <a:pt x="4587748" y="5131600"/>
                </a:lnTo>
                <a:lnTo>
                  <a:pt x="4531413" y="5173381"/>
                </a:lnTo>
                <a:lnTo>
                  <a:pt x="4474079" y="5213761"/>
                </a:lnTo>
                <a:lnTo>
                  <a:pt x="4415762" y="5252727"/>
                </a:lnTo>
                <a:lnTo>
                  <a:pt x="4356515" y="5290244"/>
                </a:lnTo>
                <a:lnTo>
                  <a:pt x="4296357" y="5326302"/>
                </a:lnTo>
                <a:lnTo>
                  <a:pt x="4235341" y="5360867"/>
                </a:lnTo>
                <a:lnTo>
                  <a:pt x="4173486" y="5393930"/>
                </a:lnTo>
                <a:lnTo>
                  <a:pt x="4110847" y="5425459"/>
                </a:lnTo>
                <a:lnTo>
                  <a:pt x="4047444" y="5455447"/>
                </a:lnTo>
                <a:lnTo>
                  <a:pt x="3983333" y="5483865"/>
                </a:lnTo>
                <a:lnTo>
                  <a:pt x="3918535" y="5510705"/>
                </a:lnTo>
                <a:lnTo>
                  <a:pt x="3853107" y="5535943"/>
                </a:lnTo>
                <a:lnTo>
                  <a:pt x="3787070" y="5559572"/>
                </a:lnTo>
                <a:lnTo>
                  <a:pt x="3720483" y="5581570"/>
                </a:lnTo>
                <a:lnTo>
                  <a:pt x="3653366" y="5601929"/>
                </a:lnTo>
                <a:lnTo>
                  <a:pt x="3585780" y="5620633"/>
                </a:lnTo>
                <a:lnTo>
                  <a:pt x="3517745" y="5637675"/>
                </a:lnTo>
                <a:lnTo>
                  <a:pt x="3449322" y="5653040"/>
                </a:lnTo>
                <a:lnTo>
                  <a:pt x="3380533" y="5666723"/>
                </a:lnTo>
                <a:lnTo>
                  <a:pt x="3311439" y="5678712"/>
                </a:lnTo>
                <a:lnTo>
                  <a:pt x="3242061" y="5689004"/>
                </a:lnTo>
                <a:lnTo>
                  <a:pt x="3172462" y="5697588"/>
                </a:lnTo>
                <a:lnTo>
                  <a:pt x="3102663" y="5704463"/>
                </a:lnTo>
                <a:lnTo>
                  <a:pt x="3032726" y="5709621"/>
                </a:lnTo>
                <a:lnTo>
                  <a:pt x="2962673" y="5713063"/>
                </a:lnTo>
                <a:lnTo>
                  <a:pt x="2892568" y="5714784"/>
                </a:lnTo>
                <a:lnTo>
                  <a:pt x="2857499" y="5714999"/>
                </a:lnTo>
                <a:close/>
              </a:path>
            </a:pathLst>
          </a:custGeom>
          <a:solidFill>
            <a:srgbClr val="7E0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92759">
              <a:lnSpc>
                <a:spcPct val="100000"/>
              </a:lnSpc>
              <a:spcBef>
                <a:spcPts val="110"/>
              </a:spcBef>
            </a:pPr>
            <a:r>
              <a:rPr b="0" spc="-325" dirty="0">
                <a:latin typeface="Arial Black"/>
                <a:cs typeface="Arial Black"/>
              </a:rPr>
              <a:t>Cloud-</a:t>
            </a:r>
            <a:r>
              <a:rPr b="0" spc="-445" dirty="0">
                <a:latin typeface="Arial Black"/>
                <a:cs typeface="Arial Black"/>
              </a:rPr>
              <a:t>Native</a:t>
            </a:r>
            <a:r>
              <a:rPr b="0" spc="-360" dirty="0">
                <a:latin typeface="Arial Black"/>
                <a:cs typeface="Arial Black"/>
              </a:rPr>
              <a:t> </a:t>
            </a:r>
            <a:r>
              <a:rPr b="0" spc="-430" dirty="0">
                <a:latin typeface="Arial Black"/>
                <a:cs typeface="Arial Black"/>
              </a:rPr>
              <a:t>Architecture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333499" y="1733549"/>
            <a:ext cx="1143000" cy="1143000"/>
            <a:chOff x="1333499" y="1733549"/>
            <a:chExt cx="1143000" cy="1143000"/>
          </a:xfrm>
        </p:grpSpPr>
        <p:sp>
          <p:nvSpPr>
            <p:cNvPr id="6" name="object 6"/>
            <p:cNvSpPr/>
            <p:nvPr/>
          </p:nvSpPr>
          <p:spPr>
            <a:xfrm>
              <a:off x="1333499" y="1733549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952499" y="1142999"/>
                  </a:moveTo>
                  <a:lnTo>
                    <a:pt x="190499" y="1142999"/>
                  </a:lnTo>
                  <a:lnTo>
                    <a:pt x="181141" y="1142771"/>
                  </a:lnTo>
                  <a:lnTo>
                    <a:pt x="135199" y="1134798"/>
                  </a:lnTo>
                  <a:lnTo>
                    <a:pt x="92572" y="1115903"/>
                  </a:lnTo>
                  <a:lnTo>
                    <a:pt x="55796" y="1087203"/>
                  </a:lnTo>
                  <a:lnTo>
                    <a:pt x="27095" y="1050427"/>
                  </a:lnTo>
                  <a:lnTo>
                    <a:pt x="8200" y="1007799"/>
                  </a:lnTo>
                  <a:lnTo>
                    <a:pt x="228" y="961858"/>
                  </a:lnTo>
                  <a:lnTo>
                    <a:pt x="0" y="952499"/>
                  </a:lnTo>
                  <a:lnTo>
                    <a:pt x="0" y="190499"/>
                  </a:lnTo>
                  <a:lnTo>
                    <a:pt x="5710" y="144200"/>
                  </a:lnTo>
                  <a:lnTo>
                    <a:pt x="22491" y="100697"/>
                  </a:lnTo>
                  <a:lnTo>
                    <a:pt x="49340" y="62575"/>
                  </a:lnTo>
                  <a:lnTo>
                    <a:pt x="84663" y="32104"/>
                  </a:lnTo>
                  <a:lnTo>
                    <a:pt x="126332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952499" y="0"/>
                  </a:lnTo>
                  <a:lnTo>
                    <a:pt x="998798" y="5710"/>
                  </a:lnTo>
                  <a:lnTo>
                    <a:pt x="1042301" y="22491"/>
                  </a:lnTo>
                  <a:lnTo>
                    <a:pt x="1080424" y="49340"/>
                  </a:lnTo>
                  <a:lnTo>
                    <a:pt x="1110894" y="84663"/>
                  </a:lnTo>
                  <a:lnTo>
                    <a:pt x="1131868" y="126332"/>
                  </a:lnTo>
                  <a:lnTo>
                    <a:pt x="1142084" y="171827"/>
                  </a:lnTo>
                  <a:lnTo>
                    <a:pt x="1142999" y="190499"/>
                  </a:lnTo>
                  <a:lnTo>
                    <a:pt x="1142999" y="952499"/>
                  </a:lnTo>
                  <a:lnTo>
                    <a:pt x="1137288" y="998798"/>
                  </a:lnTo>
                  <a:lnTo>
                    <a:pt x="1120507" y="1042301"/>
                  </a:lnTo>
                  <a:lnTo>
                    <a:pt x="1093659" y="1080424"/>
                  </a:lnTo>
                  <a:lnTo>
                    <a:pt x="1058335" y="1110894"/>
                  </a:lnTo>
                  <a:lnTo>
                    <a:pt x="1016666" y="1131868"/>
                  </a:lnTo>
                  <a:lnTo>
                    <a:pt x="971172" y="1142084"/>
                  </a:lnTo>
                  <a:lnTo>
                    <a:pt x="952499" y="1142999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4974" y="2120513"/>
              <a:ext cx="400050" cy="349250"/>
            </a:xfrm>
            <a:custGeom>
              <a:avLst/>
              <a:gdLst/>
              <a:ahLst/>
              <a:cxnLst/>
              <a:rect l="l" t="t" r="r" b="b"/>
              <a:pathLst>
                <a:path w="400050" h="349250">
                  <a:moveTo>
                    <a:pt x="119697" y="349250"/>
                  </a:moveTo>
                  <a:lnTo>
                    <a:pt x="101418" y="344170"/>
                  </a:lnTo>
                  <a:lnTo>
                    <a:pt x="88711" y="331470"/>
                  </a:lnTo>
                  <a:lnTo>
                    <a:pt x="81328" y="311150"/>
                  </a:lnTo>
                  <a:lnTo>
                    <a:pt x="79322" y="285750"/>
                  </a:lnTo>
                  <a:lnTo>
                    <a:pt x="82744" y="255270"/>
                  </a:lnTo>
                  <a:lnTo>
                    <a:pt x="83682" y="250190"/>
                  </a:lnTo>
                  <a:lnTo>
                    <a:pt x="84698" y="246380"/>
                  </a:lnTo>
                  <a:lnTo>
                    <a:pt x="85870" y="241300"/>
                  </a:lnTo>
                  <a:lnTo>
                    <a:pt x="45192" y="224790"/>
                  </a:lnTo>
                  <a:lnTo>
                    <a:pt x="5658" y="191770"/>
                  </a:lnTo>
                  <a:lnTo>
                    <a:pt x="0" y="173990"/>
                  </a:lnTo>
                  <a:lnTo>
                    <a:pt x="5327" y="156210"/>
                  </a:lnTo>
                  <a:lnTo>
                    <a:pt x="42852" y="125730"/>
                  </a:lnTo>
                  <a:lnTo>
                    <a:pt x="86182" y="109220"/>
                  </a:lnTo>
                  <a:lnTo>
                    <a:pt x="85088" y="104140"/>
                  </a:lnTo>
                  <a:lnTo>
                    <a:pt x="84151" y="100330"/>
                  </a:lnTo>
                  <a:lnTo>
                    <a:pt x="83291" y="95250"/>
                  </a:lnTo>
                  <a:lnTo>
                    <a:pt x="79594" y="64770"/>
                  </a:lnTo>
                  <a:lnTo>
                    <a:pt x="81207" y="40640"/>
                  </a:lnTo>
                  <a:lnTo>
                    <a:pt x="81292" y="39370"/>
                  </a:lnTo>
                  <a:lnTo>
                    <a:pt x="81377" y="38100"/>
                  </a:lnTo>
                  <a:lnTo>
                    <a:pt x="88609" y="17780"/>
                  </a:lnTo>
                  <a:lnTo>
                    <a:pt x="101262" y="3810"/>
                  </a:lnTo>
                  <a:lnTo>
                    <a:pt x="119717" y="0"/>
                  </a:lnTo>
                  <a:lnTo>
                    <a:pt x="142185" y="3810"/>
                  </a:lnTo>
                  <a:lnTo>
                    <a:pt x="167320" y="16510"/>
                  </a:lnTo>
                  <a:lnTo>
                    <a:pt x="122167" y="16510"/>
                  </a:lnTo>
                  <a:lnTo>
                    <a:pt x="109544" y="19050"/>
                  </a:lnTo>
                  <a:lnTo>
                    <a:pt x="101765" y="27940"/>
                  </a:lnTo>
                  <a:lnTo>
                    <a:pt x="97238" y="44450"/>
                  </a:lnTo>
                  <a:lnTo>
                    <a:pt x="96452" y="64770"/>
                  </a:lnTo>
                  <a:lnTo>
                    <a:pt x="96403" y="66040"/>
                  </a:lnTo>
                  <a:lnTo>
                    <a:pt x="99699" y="92710"/>
                  </a:lnTo>
                  <a:lnTo>
                    <a:pt x="101418" y="100330"/>
                  </a:lnTo>
                  <a:lnTo>
                    <a:pt x="102434" y="104140"/>
                  </a:lnTo>
                  <a:lnTo>
                    <a:pt x="315117" y="104140"/>
                  </a:lnTo>
                  <a:lnTo>
                    <a:pt x="314804" y="105410"/>
                  </a:lnTo>
                  <a:lnTo>
                    <a:pt x="314101" y="109220"/>
                  </a:lnTo>
                  <a:lnTo>
                    <a:pt x="318321" y="110490"/>
                  </a:lnTo>
                  <a:lnTo>
                    <a:pt x="190927" y="110490"/>
                  </a:lnTo>
                  <a:lnTo>
                    <a:pt x="181917" y="111760"/>
                  </a:lnTo>
                  <a:lnTo>
                    <a:pt x="164161" y="111760"/>
                  </a:lnTo>
                  <a:lnTo>
                    <a:pt x="162501" y="114300"/>
                  </a:lnTo>
                  <a:lnTo>
                    <a:pt x="142595" y="114300"/>
                  </a:lnTo>
                  <a:lnTo>
                    <a:pt x="124341" y="116840"/>
                  </a:lnTo>
                  <a:lnTo>
                    <a:pt x="115533" y="119380"/>
                  </a:lnTo>
                  <a:lnTo>
                    <a:pt x="106966" y="120650"/>
                  </a:lnTo>
                  <a:lnTo>
                    <a:pt x="108128" y="124460"/>
                  </a:lnTo>
                  <a:lnTo>
                    <a:pt x="90636" y="124460"/>
                  </a:lnTo>
                  <a:lnTo>
                    <a:pt x="81572" y="127000"/>
                  </a:lnTo>
                  <a:lnTo>
                    <a:pt x="77119" y="129540"/>
                  </a:lnTo>
                  <a:lnTo>
                    <a:pt x="52662" y="139700"/>
                  </a:lnTo>
                  <a:lnTo>
                    <a:pt x="33597" y="151130"/>
                  </a:lnTo>
                  <a:lnTo>
                    <a:pt x="21213" y="162560"/>
                  </a:lnTo>
                  <a:lnTo>
                    <a:pt x="16798" y="173990"/>
                  </a:lnTo>
                  <a:lnTo>
                    <a:pt x="18610" y="180340"/>
                  </a:lnTo>
                  <a:lnTo>
                    <a:pt x="54987" y="212090"/>
                  </a:lnTo>
                  <a:lnTo>
                    <a:pt x="83916" y="223520"/>
                  </a:lnTo>
                  <a:lnTo>
                    <a:pt x="87120" y="223520"/>
                  </a:lnTo>
                  <a:lnTo>
                    <a:pt x="90401" y="224790"/>
                  </a:lnTo>
                  <a:lnTo>
                    <a:pt x="108100" y="224790"/>
                  </a:lnTo>
                  <a:lnTo>
                    <a:pt x="106732" y="228600"/>
                  </a:lnTo>
                  <a:lnTo>
                    <a:pt x="115726" y="231140"/>
                  </a:lnTo>
                  <a:lnTo>
                    <a:pt x="142986" y="234950"/>
                  </a:lnTo>
                  <a:lnTo>
                    <a:pt x="163557" y="234950"/>
                  </a:lnTo>
                  <a:lnTo>
                    <a:pt x="164395" y="236220"/>
                  </a:lnTo>
                  <a:lnTo>
                    <a:pt x="173083" y="237490"/>
                  </a:lnTo>
                  <a:lnTo>
                    <a:pt x="322305" y="237490"/>
                  </a:lnTo>
                  <a:lnTo>
                    <a:pt x="317461" y="240030"/>
                  </a:lnTo>
                  <a:lnTo>
                    <a:pt x="314961" y="240030"/>
                  </a:lnTo>
                  <a:lnTo>
                    <a:pt x="315820" y="243840"/>
                  </a:lnTo>
                  <a:lnTo>
                    <a:pt x="316081" y="245110"/>
                  </a:lnTo>
                  <a:lnTo>
                    <a:pt x="102200" y="245110"/>
                  </a:lnTo>
                  <a:lnTo>
                    <a:pt x="101106" y="248920"/>
                  </a:lnTo>
                  <a:lnTo>
                    <a:pt x="100168" y="254000"/>
                  </a:lnTo>
                  <a:lnTo>
                    <a:pt x="99309" y="257810"/>
                  </a:lnTo>
                  <a:lnTo>
                    <a:pt x="96243" y="284480"/>
                  </a:lnTo>
                  <a:lnTo>
                    <a:pt x="97222" y="303530"/>
                  </a:lnTo>
                  <a:lnTo>
                    <a:pt x="97287" y="304800"/>
                  </a:lnTo>
                  <a:lnTo>
                    <a:pt x="101979" y="321310"/>
                  </a:lnTo>
                  <a:lnTo>
                    <a:pt x="109857" y="330200"/>
                  </a:lnTo>
                  <a:lnTo>
                    <a:pt x="123736" y="332740"/>
                  </a:lnTo>
                  <a:lnTo>
                    <a:pt x="168300" y="332740"/>
                  </a:lnTo>
                  <a:lnTo>
                    <a:pt x="166685" y="334010"/>
                  </a:lnTo>
                  <a:lnTo>
                    <a:pt x="141931" y="345440"/>
                  </a:lnTo>
                  <a:lnTo>
                    <a:pt x="119697" y="349250"/>
                  </a:lnTo>
                  <a:close/>
                </a:path>
                <a:path w="400050" h="349250">
                  <a:moveTo>
                    <a:pt x="225943" y="43180"/>
                  </a:moveTo>
                  <a:lnTo>
                    <a:pt x="200259" y="43180"/>
                  </a:lnTo>
                  <a:lnTo>
                    <a:pt x="203384" y="39370"/>
                  </a:lnTo>
                  <a:lnTo>
                    <a:pt x="206666" y="36830"/>
                  </a:lnTo>
                  <a:lnTo>
                    <a:pt x="235189" y="15240"/>
                  </a:lnTo>
                  <a:lnTo>
                    <a:pt x="259026" y="3810"/>
                  </a:lnTo>
                  <a:lnTo>
                    <a:pt x="280358" y="0"/>
                  </a:lnTo>
                  <a:lnTo>
                    <a:pt x="298006" y="3810"/>
                  </a:lnTo>
                  <a:lnTo>
                    <a:pt x="309979" y="16510"/>
                  </a:lnTo>
                  <a:lnTo>
                    <a:pt x="277739" y="16510"/>
                  </a:lnTo>
                  <a:lnTo>
                    <a:pt x="261575" y="20320"/>
                  </a:lnTo>
                  <a:lnTo>
                    <a:pt x="242276" y="30480"/>
                  </a:lnTo>
                  <a:lnTo>
                    <a:pt x="225943" y="43180"/>
                  </a:lnTo>
                  <a:close/>
                </a:path>
                <a:path w="400050" h="349250">
                  <a:moveTo>
                    <a:pt x="297771" y="104140"/>
                  </a:moveTo>
                  <a:lnTo>
                    <a:pt x="102434" y="104140"/>
                  </a:lnTo>
                  <a:lnTo>
                    <a:pt x="128570" y="99060"/>
                  </a:lnTo>
                  <a:lnTo>
                    <a:pt x="154941" y="96520"/>
                  </a:lnTo>
                  <a:lnTo>
                    <a:pt x="162793" y="85090"/>
                  </a:lnTo>
                  <a:lnTo>
                    <a:pt x="170997" y="74930"/>
                  </a:lnTo>
                  <a:lnTo>
                    <a:pt x="179553" y="64770"/>
                  </a:lnTo>
                  <a:lnTo>
                    <a:pt x="188461" y="54610"/>
                  </a:lnTo>
                  <a:lnTo>
                    <a:pt x="186429" y="53340"/>
                  </a:lnTo>
                  <a:lnTo>
                    <a:pt x="184476" y="50800"/>
                  </a:lnTo>
                  <a:lnTo>
                    <a:pt x="182522" y="49530"/>
                  </a:lnTo>
                  <a:lnTo>
                    <a:pt x="160011" y="31750"/>
                  </a:lnTo>
                  <a:lnTo>
                    <a:pt x="139441" y="21590"/>
                  </a:lnTo>
                  <a:lnTo>
                    <a:pt x="122167" y="16510"/>
                  </a:lnTo>
                  <a:lnTo>
                    <a:pt x="167320" y="16510"/>
                  </a:lnTo>
                  <a:lnTo>
                    <a:pt x="193774" y="36830"/>
                  </a:lnTo>
                  <a:lnTo>
                    <a:pt x="195961" y="38100"/>
                  </a:lnTo>
                  <a:lnTo>
                    <a:pt x="198149" y="40640"/>
                  </a:lnTo>
                  <a:lnTo>
                    <a:pt x="200259" y="43180"/>
                  </a:lnTo>
                  <a:lnTo>
                    <a:pt x="225943" y="43180"/>
                  </a:lnTo>
                  <a:lnTo>
                    <a:pt x="221043" y="46990"/>
                  </a:lnTo>
                  <a:lnTo>
                    <a:pt x="217917" y="49530"/>
                  </a:lnTo>
                  <a:lnTo>
                    <a:pt x="214948" y="52070"/>
                  </a:lnTo>
                  <a:lnTo>
                    <a:pt x="211901" y="54610"/>
                  </a:lnTo>
                  <a:lnTo>
                    <a:pt x="220750" y="64770"/>
                  </a:lnTo>
                  <a:lnTo>
                    <a:pt x="222874" y="67310"/>
                  </a:lnTo>
                  <a:lnTo>
                    <a:pt x="200181" y="67310"/>
                  </a:lnTo>
                  <a:lnTo>
                    <a:pt x="188441" y="80010"/>
                  </a:lnTo>
                  <a:lnTo>
                    <a:pt x="182600" y="87630"/>
                  </a:lnTo>
                  <a:lnTo>
                    <a:pt x="176819" y="95250"/>
                  </a:lnTo>
                  <a:lnTo>
                    <a:pt x="244320" y="95250"/>
                  </a:lnTo>
                  <a:lnTo>
                    <a:pt x="245186" y="96520"/>
                  </a:lnTo>
                  <a:lnTo>
                    <a:pt x="271596" y="99060"/>
                  </a:lnTo>
                  <a:lnTo>
                    <a:pt x="297771" y="104140"/>
                  </a:lnTo>
                  <a:close/>
                </a:path>
                <a:path w="400050" h="349250">
                  <a:moveTo>
                    <a:pt x="315117" y="104140"/>
                  </a:moveTo>
                  <a:lnTo>
                    <a:pt x="297771" y="104140"/>
                  </a:lnTo>
                  <a:lnTo>
                    <a:pt x="298474" y="101600"/>
                  </a:lnTo>
                  <a:lnTo>
                    <a:pt x="299568" y="96520"/>
                  </a:lnTo>
                  <a:lnTo>
                    <a:pt x="303356" y="68580"/>
                  </a:lnTo>
                  <a:lnTo>
                    <a:pt x="302910" y="54610"/>
                  </a:lnTo>
                  <a:lnTo>
                    <a:pt x="302869" y="53340"/>
                  </a:lnTo>
                  <a:lnTo>
                    <a:pt x="302747" y="49530"/>
                  </a:lnTo>
                  <a:lnTo>
                    <a:pt x="302625" y="45720"/>
                  </a:lnTo>
                  <a:lnTo>
                    <a:pt x="297865" y="27940"/>
                  </a:lnTo>
                  <a:lnTo>
                    <a:pt x="289567" y="17780"/>
                  </a:lnTo>
                  <a:lnTo>
                    <a:pt x="277739" y="16510"/>
                  </a:lnTo>
                  <a:lnTo>
                    <a:pt x="309979" y="16510"/>
                  </a:lnTo>
                  <a:lnTo>
                    <a:pt x="311176" y="17780"/>
                  </a:lnTo>
                  <a:lnTo>
                    <a:pt x="318633" y="39370"/>
                  </a:lnTo>
                  <a:lnTo>
                    <a:pt x="320138" y="64770"/>
                  </a:lnTo>
                  <a:lnTo>
                    <a:pt x="320213" y="66040"/>
                  </a:lnTo>
                  <a:lnTo>
                    <a:pt x="320289" y="67310"/>
                  </a:lnTo>
                  <a:lnTo>
                    <a:pt x="316055" y="100330"/>
                  </a:lnTo>
                  <a:lnTo>
                    <a:pt x="315117" y="104140"/>
                  </a:lnTo>
                  <a:close/>
                </a:path>
                <a:path w="400050" h="349250">
                  <a:moveTo>
                    <a:pt x="244320" y="95250"/>
                  </a:moveTo>
                  <a:lnTo>
                    <a:pt x="223309" y="95250"/>
                  </a:lnTo>
                  <a:lnTo>
                    <a:pt x="217816" y="87630"/>
                  </a:lnTo>
                  <a:lnTo>
                    <a:pt x="212126" y="80010"/>
                  </a:lnTo>
                  <a:lnTo>
                    <a:pt x="206245" y="73660"/>
                  </a:lnTo>
                  <a:lnTo>
                    <a:pt x="200181" y="67310"/>
                  </a:lnTo>
                  <a:lnTo>
                    <a:pt x="222874" y="67310"/>
                  </a:lnTo>
                  <a:lnTo>
                    <a:pt x="229247" y="74930"/>
                  </a:lnTo>
                  <a:lnTo>
                    <a:pt x="237392" y="85090"/>
                  </a:lnTo>
                  <a:lnTo>
                    <a:pt x="244320" y="95250"/>
                  </a:lnTo>
                  <a:close/>
                </a:path>
                <a:path w="400050" h="349250">
                  <a:moveTo>
                    <a:pt x="223309" y="95250"/>
                  </a:moveTo>
                  <a:lnTo>
                    <a:pt x="176819" y="95250"/>
                  </a:lnTo>
                  <a:lnTo>
                    <a:pt x="188434" y="93980"/>
                  </a:lnTo>
                  <a:lnTo>
                    <a:pt x="211693" y="93980"/>
                  </a:lnTo>
                  <a:lnTo>
                    <a:pt x="223309" y="95250"/>
                  </a:lnTo>
                  <a:close/>
                </a:path>
                <a:path w="400050" h="349250">
                  <a:moveTo>
                    <a:pt x="322305" y="237490"/>
                  </a:moveTo>
                  <a:lnTo>
                    <a:pt x="227230" y="237490"/>
                  </a:lnTo>
                  <a:lnTo>
                    <a:pt x="236045" y="236220"/>
                  </a:lnTo>
                  <a:lnTo>
                    <a:pt x="240966" y="228600"/>
                  </a:lnTo>
                  <a:lnTo>
                    <a:pt x="263685" y="190500"/>
                  </a:lnTo>
                  <a:lnTo>
                    <a:pt x="267831" y="181610"/>
                  </a:lnTo>
                  <a:lnTo>
                    <a:pt x="271830" y="173990"/>
                  </a:lnTo>
                  <a:lnTo>
                    <a:pt x="267786" y="166370"/>
                  </a:lnTo>
                  <a:lnTo>
                    <a:pt x="263616" y="158750"/>
                  </a:lnTo>
                  <a:lnTo>
                    <a:pt x="259315" y="149860"/>
                  </a:lnTo>
                  <a:lnTo>
                    <a:pt x="235888" y="111760"/>
                  </a:lnTo>
                  <a:lnTo>
                    <a:pt x="218162" y="111760"/>
                  </a:lnTo>
                  <a:lnTo>
                    <a:pt x="209133" y="110490"/>
                  </a:lnTo>
                  <a:lnTo>
                    <a:pt x="318321" y="110490"/>
                  </a:lnTo>
                  <a:lnTo>
                    <a:pt x="326759" y="113030"/>
                  </a:lnTo>
                  <a:lnTo>
                    <a:pt x="329697" y="114300"/>
                  </a:lnTo>
                  <a:lnTo>
                    <a:pt x="257454" y="114300"/>
                  </a:lnTo>
                  <a:lnTo>
                    <a:pt x="261595" y="120650"/>
                  </a:lnTo>
                  <a:lnTo>
                    <a:pt x="265580" y="127000"/>
                  </a:lnTo>
                  <a:lnTo>
                    <a:pt x="269408" y="134620"/>
                  </a:lnTo>
                  <a:lnTo>
                    <a:pt x="273315" y="140970"/>
                  </a:lnTo>
                  <a:lnTo>
                    <a:pt x="277065" y="147320"/>
                  </a:lnTo>
                  <a:lnTo>
                    <a:pt x="280738" y="154940"/>
                  </a:lnTo>
                  <a:lnTo>
                    <a:pt x="298825" y="154940"/>
                  </a:lnTo>
                  <a:lnTo>
                    <a:pt x="295835" y="162560"/>
                  </a:lnTo>
                  <a:lnTo>
                    <a:pt x="290426" y="173990"/>
                  </a:lnTo>
                  <a:lnTo>
                    <a:pt x="296034" y="186690"/>
                  </a:lnTo>
                  <a:lnTo>
                    <a:pt x="298925" y="193040"/>
                  </a:lnTo>
                  <a:lnTo>
                    <a:pt x="280894" y="193040"/>
                  </a:lnTo>
                  <a:lnTo>
                    <a:pt x="277222" y="200660"/>
                  </a:lnTo>
                  <a:lnTo>
                    <a:pt x="273471" y="207010"/>
                  </a:lnTo>
                  <a:lnTo>
                    <a:pt x="269486" y="214630"/>
                  </a:lnTo>
                  <a:lnTo>
                    <a:pt x="265580" y="220980"/>
                  </a:lnTo>
                  <a:lnTo>
                    <a:pt x="261595" y="227330"/>
                  </a:lnTo>
                  <a:lnTo>
                    <a:pt x="257375" y="234950"/>
                  </a:lnTo>
                  <a:lnTo>
                    <a:pt x="328539" y="234950"/>
                  </a:lnTo>
                  <a:lnTo>
                    <a:pt x="322305" y="237490"/>
                  </a:lnTo>
                  <a:close/>
                </a:path>
                <a:path w="400050" h="349250">
                  <a:moveTo>
                    <a:pt x="138573" y="154940"/>
                  </a:moveTo>
                  <a:lnTo>
                    <a:pt x="119468" y="154940"/>
                  </a:lnTo>
                  <a:lnTo>
                    <a:pt x="122984" y="147320"/>
                  </a:lnTo>
                  <a:lnTo>
                    <a:pt x="126734" y="140970"/>
                  </a:lnTo>
                  <a:lnTo>
                    <a:pt x="134391" y="128270"/>
                  </a:lnTo>
                  <a:lnTo>
                    <a:pt x="138454" y="120650"/>
                  </a:lnTo>
                  <a:lnTo>
                    <a:pt x="142595" y="114300"/>
                  </a:lnTo>
                  <a:lnTo>
                    <a:pt x="162501" y="114300"/>
                  </a:lnTo>
                  <a:lnTo>
                    <a:pt x="159182" y="119380"/>
                  </a:lnTo>
                  <a:lnTo>
                    <a:pt x="154335" y="127000"/>
                  </a:lnTo>
                  <a:lnTo>
                    <a:pt x="149635" y="134620"/>
                  </a:lnTo>
                  <a:lnTo>
                    <a:pt x="145096" y="142240"/>
                  </a:lnTo>
                  <a:lnTo>
                    <a:pt x="140703" y="151130"/>
                  </a:lnTo>
                  <a:lnTo>
                    <a:pt x="138573" y="154940"/>
                  </a:lnTo>
                  <a:close/>
                </a:path>
                <a:path w="400050" h="349250">
                  <a:moveTo>
                    <a:pt x="298825" y="154940"/>
                  </a:moveTo>
                  <a:lnTo>
                    <a:pt x="280738" y="154940"/>
                  </a:lnTo>
                  <a:lnTo>
                    <a:pt x="284209" y="146050"/>
                  </a:lnTo>
                  <a:lnTo>
                    <a:pt x="287467" y="138430"/>
                  </a:lnTo>
                  <a:lnTo>
                    <a:pt x="290506" y="129540"/>
                  </a:lnTo>
                  <a:lnTo>
                    <a:pt x="293317" y="120650"/>
                  </a:lnTo>
                  <a:lnTo>
                    <a:pt x="284736" y="119380"/>
                  </a:lnTo>
                  <a:lnTo>
                    <a:pt x="275884" y="116840"/>
                  </a:lnTo>
                  <a:lnTo>
                    <a:pt x="257454" y="114300"/>
                  </a:lnTo>
                  <a:lnTo>
                    <a:pt x="329697" y="114300"/>
                  </a:lnTo>
                  <a:lnTo>
                    <a:pt x="353204" y="124460"/>
                  </a:lnTo>
                  <a:lnTo>
                    <a:pt x="309569" y="124460"/>
                  </a:lnTo>
                  <a:lnTo>
                    <a:pt x="305392" y="137160"/>
                  </a:lnTo>
                  <a:lnTo>
                    <a:pt x="300818" y="149860"/>
                  </a:lnTo>
                  <a:lnTo>
                    <a:pt x="298825" y="154940"/>
                  </a:lnTo>
                  <a:close/>
                </a:path>
                <a:path w="400050" h="349250">
                  <a:moveTo>
                    <a:pt x="108100" y="224790"/>
                  </a:moveTo>
                  <a:lnTo>
                    <a:pt x="90401" y="224790"/>
                  </a:lnTo>
                  <a:lnTo>
                    <a:pt x="94649" y="212090"/>
                  </a:lnTo>
                  <a:lnTo>
                    <a:pt x="99299" y="199390"/>
                  </a:lnTo>
                  <a:lnTo>
                    <a:pt x="104345" y="186690"/>
                  </a:lnTo>
                  <a:lnTo>
                    <a:pt x="109779" y="173990"/>
                  </a:lnTo>
                  <a:lnTo>
                    <a:pt x="104403" y="162560"/>
                  </a:lnTo>
                  <a:lnTo>
                    <a:pt x="99416" y="149860"/>
                  </a:lnTo>
                  <a:lnTo>
                    <a:pt x="94825" y="137160"/>
                  </a:lnTo>
                  <a:lnTo>
                    <a:pt x="90636" y="124460"/>
                  </a:lnTo>
                  <a:lnTo>
                    <a:pt x="108128" y="124460"/>
                  </a:lnTo>
                  <a:lnTo>
                    <a:pt x="109678" y="129540"/>
                  </a:lnTo>
                  <a:lnTo>
                    <a:pt x="112660" y="137160"/>
                  </a:lnTo>
                  <a:lnTo>
                    <a:pt x="115921" y="146050"/>
                  </a:lnTo>
                  <a:lnTo>
                    <a:pt x="119468" y="154940"/>
                  </a:lnTo>
                  <a:lnTo>
                    <a:pt x="138573" y="154940"/>
                  </a:lnTo>
                  <a:lnTo>
                    <a:pt x="136442" y="158750"/>
                  </a:lnTo>
                  <a:lnTo>
                    <a:pt x="132328" y="166370"/>
                  </a:lnTo>
                  <a:lnTo>
                    <a:pt x="128375" y="173990"/>
                  </a:lnTo>
                  <a:lnTo>
                    <a:pt x="132362" y="182880"/>
                  </a:lnTo>
                  <a:lnTo>
                    <a:pt x="136481" y="190500"/>
                  </a:lnTo>
                  <a:lnTo>
                    <a:pt x="138614" y="194310"/>
                  </a:lnTo>
                  <a:lnTo>
                    <a:pt x="119468" y="194310"/>
                  </a:lnTo>
                  <a:lnTo>
                    <a:pt x="115851" y="203200"/>
                  </a:lnTo>
                  <a:lnTo>
                    <a:pt x="112514" y="212090"/>
                  </a:lnTo>
                  <a:lnTo>
                    <a:pt x="109469" y="220980"/>
                  </a:lnTo>
                  <a:lnTo>
                    <a:pt x="108100" y="224790"/>
                  </a:lnTo>
                  <a:close/>
                </a:path>
                <a:path w="400050" h="349250">
                  <a:moveTo>
                    <a:pt x="355524" y="223520"/>
                  </a:moveTo>
                  <a:lnTo>
                    <a:pt x="312617" y="223520"/>
                  </a:lnTo>
                  <a:lnTo>
                    <a:pt x="316992" y="222250"/>
                  </a:lnTo>
                  <a:lnTo>
                    <a:pt x="343794" y="210820"/>
                  </a:lnTo>
                  <a:lnTo>
                    <a:pt x="364742" y="199390"/>
                  </a:lnTo>
                  <a:lnTo>
                    <a:pt x="378381" y="185420"/>
                  </a:lnTo>
                  <a:lnTo>
                    <a:pt x="383251" y="173990"/>
                  </a:lnTo>
                  <a:lnTo>
                    <a:pt x="378689" y="162560"/>
                  </a:lnTo>
                  <a:lnTo>
                    <a:pt x="346332" y="138430"/>
                  </a:lnTo>
                  <a:lnTo>
                    <a:pt x="309569" y="124460"/>
                  </a:lnTo>
                  <a:lnTo>
                    <a:pt x="353204" y="124460"/>
                  </a:lnTo>
                  <a:lnTo>
                    <a:pt x="356143" y="125730"/>
                  </a:lnTo>
                  <a:lnTo>
                    <a:pt x="379344" y="139700"/>
                  </a:lnTo>
                  <a:lnTo>
                    <a:pt x="394575" y="156210"/>
                  </a:lnTo>
                  <a:lnTo>
                    <a:pt x="400050" y="173990"/>
                  </a:lnTo>
                  <a:lnTo>
                    <a:pt x="394242" y="191770"/>
                  </a:lnTo>
                  <a:lnTo>
                    <a:pt x="378084" y="209550"/>
                  </a:lnTo>
                  <a:lnTo>
                    <a:pt x="355524" y="223520"/>
                  </a:lnTo>
                  <a:close/>
                </a:path>
                <a:path w="400050" h="349250">
                  <a:moveTo>
                    <a:pt x="200025" y="209550"/>
                  </a:moveTo>
                  <a:lnTo>
                    <a:pt x="186093" y="207010"/>
                  </a:lnTo>
                  <a:lnTo>
                    <a:pt x="174719" y="199390"/>
                  </a:lnTo>
                  <a:lnTo>
                    <a:pt x="167050" y="187960"/>
                  </a:lnTo>
                  <a:lnTo>
                    <a:pt x="164239" y="173990"/>
                  </a:lnTo>
                  <a:lnTo>
                    <a:pt x="167050" y="160020"/>
                  </a:lnTo>
                  <a:lnTo>
                    <a:pt x="174719" y="148590"/>
                  </a:lnTo>
                  <a:lnTo>
                    <a:pt x="186093" y="140970"/>
                  </a:lnTo>
                  <a:lnTo>
                    <a:pt x="200024" y="138430"/>
                  </a:lnTo>
                  <a:lnTo>
                    <a:pt x="213956" y="140970"/>
                  </a:lnTo>
                  <a:lnTo>
                    <a:pt x="225330" y="148590"/>
                  </a:lnTo>
                  <a:lnTo>
                    <a:pt x="232999" y="160020"/>
                  </a:lnTo>
                  <a:lnTo>
                    <a:pt x="235810" y="173990"/>
                  </a:lnTo>
                  <a:lnTo>
                    <a:pt x="232999" y="187960"/>
                  </a:lnTo>
                  <a:lnTo>
                    <a:pt x="225330" y="199390"/>
                  </a:lnTo>
                  <a:lnTo>
                    <a:pt x="213956" y="207010"/>
                  </a:lnTo>
                  <a:lnTo>
                    <a:pt x="200025" y="209550"/>
                  </a:lnTo>
                  <a:close/>
                </a:path>
                <a:path w="400050" h="349250">
                  <a:moveTo>
                    <a:pt x="328539" y="234950"/>
                  </a:moveTo>
                  <a:lnTo>
                    <a:pt x="257375" y="234950"/>
                  </a:lnTo>
                  <a:lnTo>
                    <a:pt x="275825" y="232410"/>
                  </a:lnTo>
                  <a:lnTo>
                    <a:pt x="284988" y="229870"/>
                  </a:lnTo>
                  <a:lnTo>
                    <a:pt x="294099" y="228600"/>
                  </a:lnTo>
                  <a:lnTo>
                    <a:pt x="291124" y="219710"/>
                  </a:lnTo>
                  <a:lnTo>
                    <a:pt x="287936" y="210820"/>
                  </a:lnTo>
                  <a:lnTo>
                    <a:pt x="284528" y="201930"/>
                  </a:lnTo>
                  <a:lnTo>
                    <a:pt x="280894" y="193040"/>
                  </a:lnTo>
                  <a:lnTo>
                    <a:pt x="298925" y="193040"/>
                  </a:lnTo>
                  <a:lnTo>
                    <a:pt x="301238" y="198120"/>
                  </a:lnTo>
                  <a:lnTo>
                    <a:pt x="306018" y="210820"/>
                  </a:lnTo>
                  <a:lnTo>
                    <a:pt x="310351" y="223520"/>
                  </a:lnTo>
                  <a:lnTo>
                    <a:pt x="355524" y="223520"/>
                  </a:lnTo>
                  <a:lnTo>
                    <a:pt x="353473" y="224790"/>
                  </a:lnTo>
                  <a:lnTo>
                    <a:pt x="328539" y="234950"/>
                  </a:lnTo>
                  <a:close/>
                </a:path>
                <a:path w="400050" h="349250">
                  <a:moveTo>
                    <a:pt x="163557" y="234950"/>
                  </a:moveTo>
                  <a:lnTo>
                    <a:pt x="142986" y="234950"/>
                  </a:lnTo>
                  <a:lnTo>
                    <a:pt x="138689" y="228600"/>
                  </a:lnTo>
                  <a:lnTo>
                    <a:pt x="134626" y="220980"/>
                  </a:lnTo>
                  <a:lnTo>
                    <a:pt x="130641" y="214630"/>
                  </a:lnTo>
                  <a:lnTo>
                    <a:pt x="126734" y="208280"/>
                  </a:lnTo>
                  <a:lnTo>
                    <a:pt x="123062" y="200660"/>
                  </a:lnTo>
                  <a:lnTo>
                    <a:pt x="119468" y="194310"/>
                  </a:lnTo>
                  <a:lnTo>
                    <a:pt x="138614" y="194310"/>
                  </a:lnTo>
                  <a:lnTo>
                    <a:pt x="140747" y="198120"/>
                  </a:lnTo>
                  <a:lnTo>
                    <a:pt x="145174" y="205740"/>
                  </a:lnTo>
                  <a:lnTo>
                    <a:pt x="149759" y="213360"/>
                  </a:lnTo>
                  <a:lnTo>
                    <a:pt x="154491" y="220980"/>
                  </a:lnTo>
                  <a:lnTo>
                    <a:pt x="159370" y="228600"/>
                  </a:lnTo>
                  <a:lnTo>
                    <a:pt x="163557" y="234950"/>
                  </a:lnTo>
                  <a:close/>
                </a:path>
                <a:path w="400050" h="349250">
                  <a:moveTo>
                    <a:pt x="168300" y="332740"/>
                  </a:moveTo>
                  <a:lnTo>
                    <a:pt x="123736" y="332740"/>
                  </a:lnTo>
                  <a:lnTo>
                    <a:pt x="130723" y="331470"/>
                  </a:lnTo>
                  <a:lnTo>
                    <a:pt x="137439" y="328930"/>
                  </a:lnTo>
                  <a:lnTo>
                    <a:pt x="149368" y="323850"/>
                  </a:lnTo>
                  <a:lnTo>
                    <a:pt x="160732" y="317500"/>
                  </a:lnTo>
                  <a:lnTo>
                    <a:pt x="171467" y="309880"/>
                  </a:lnTo>
                  <a:lnTo>
                    <a:pt x="181507" y="300990"/>
                  </a:lnTo>
                  <a:lnTo>
                    <a:pt x="184007" y="299720"/>
                  </a:lnTo>
                  <a:lnTo>
                    <a:pt x="189007" y="294640"/>
                  </a:lnTo>
                  <a:lnTo>
                    <a:pt x="180074" y="284480"/>
                  </a:lnTo>
                  <a:lnTo>
                    <a:pt x="171456" y="274320"/>
                  </a:lnTo>
                  <a:lnTo>
                    <a:pt x="163175" y="264160"/>
                  </a:lnTo>
                  <a:lnTo>
                    <a:pt x="155253" y="252730"/>
                  </a:lnTo>
                  <a:lnTo>
                    <a:pt x="128580" y="250190"/>
                  </a:lnTo>
                  <a:lnTo>
                    <a:pt x="102200" y="245110"/>
                  </a:lnTo>
                  <a:lnTo>
                    <a:pt x="298709" y="245110"/>
                  </a:lnTo>
                  <a:lnTo>
                    <a:pt x="272182" y="250190"/>
                  </a:lnTo>
                  <a:lnTo>
                    <a:pt x="245421" y="252730"/>
                  </a:lnTo>
                  <a:lnTo>
                    <a:pt x="244566" y="254000"/>
                  </a:lnTo>
                  <a:lnTo>
                    <a:pt x="176975" y="254000"/>
                  </a:lnTo>
                  <a:lnTo>
                    <a:pt x="182817" y="261620"/>
                  </a:lnTo>
                  <a:lnTo>
                    <a:pt x="188724" y="269240"/>
                  </a:lnTo>
                  <a:lnTo>
                    <a:pt x="200650" y="281940"/>
                  </a:lnTo>
                  <a:lnTo>
                    <a:pt x="223344" y="281940"/>
                  </a:lnTo>
                  <a:lnTo>
                    <a:pt x="221237" y="284480"/>
                  </a:lnTo>
                  <a:lnTo>
                    <a:pt x="212448" y="294640"/>
                  </a:lnTo>
                  <a:lnTo>
                    <a:pt x="219089" y="300990"/>
                  </a:lnTo>
                  <a:lnTo>
                    <a:pt x="222371" y="303530"/>
                  </a:lnTo>
                  <a:lnTo>
                    <a:pt x="225849" y="306070"/>
                  </a:lnTo>
                  <a:lnTo>
                    <a:pt x="200728" y="306070"/>
                  </a:lnTo>
                  <a:lnTo>
                    <a:pt x="192524" y="313690"/>
                  </a:lnTo>
                  <a:lnTo>
                    <a:pt x="168300" y="332740"/>
                  </a:lnTo>
                  <a:close/>
                </a:path>
                <a:path w="400050" h="349250">
                  <a:moveTo>
                    <a:pt x="310178" y="332740"/>
                  </a:moveTo>
                  <a:lnTo>
                    <a:pt x="278112" y="332740"/>
                  </a:lnTo>
                  <a:lnTo>
                    <a:pt x="289879" y="330200"/>
                  </a:lnTo>
                  <a:lnTo>
                    <a:pt x="294959" y="325120"/>
                  </a:lnTo>
                  <a:lnTo>
                    <a:pt x="304168" y="279400"/>
                  </a:lnTo>
                  <a:lnTo>
                    <a:pt x="303306" y="269240"/>
                  </a:lnTo>
                  <a:lnTo>
                    <a:pt x="303198" y="267970"/>
                  </a:lnTo>
                  <a:lnTo>
                    <a:pt x="303090" y="266700"/>
                  </a:lnTo>
                  <a:lnTo>
                    <a:pt x="300818" y="254000"/>
                  </a:lnTo>
                  <a:lnTo>
                    <a:pt x="300193" y="251460"/>
                  </a:lnTo>
                  <a:lnTo>
                    <a:pt x="299490" y="247650"/>
                  </a:lnTo>
                  <a:lnTo>
                    <a:pt x="298709" y="245110"/>
                  </a:lnTo>
                  <a:lnTo>
                    <a:pt x="316081" y="245110"/>
                  </a:lnTo>
                  <a:lnTo>
                    <a:pt x="316602" y="247650"/>
                  </a:lnTo>
                  <a:lnTo>
                    <a:pt x="317305" y="250190"/>
                  </a:lnTo>
                  <a:lnTo>
                    <a:pt x="321050" y="283210"/>
                  </a:lnTo>
                  <a:lnTo>
                    <a:pt x="319024" y="309880"/>
                  </a:lnTo>
                  <a:lnTo>
                    <a:pt x="311371" y="331470"/>
                  </a:lnTo>
                  <a:lnTo>
                    <a:pt x="310178" y="332740"/>
                  </a:lnTo>
                  <a:close/>
                </a:path>
                <a:path w="400050" h="349250">
                  <a:moveTo>
                    <a:pt x="223344" y="281940"/>
                  </a:moveTo>
                  <a:lnTo>
                    <a:pt x="200650" y="281940"/>
                  </a:lnTo>
                  <a:lnTo>
                    <a:pt x="206714" y="275590"/>
                  </a:lnTo>
                  <a:lnTo>
                    <a:pt x="212594" y="267970"/>
                  </a:lnTo>
                  <a:lnTo>
                    <a:pt x="218285" y="261620"/>
                  </a:lnTo>
                  <a:lnTo>
                    <a:pt x="223777" y="254000"/>
                  </a:lnTo>
                  <a:lnTo>
                    <a:pt x="244566" y="254000"/>
                  </a:lnTo>
                  <a:lnTo>
                    <a:pt x="237731" y="264160"/>
                  </a:lnTo>
                  <a:lnTo>
                    <a:pt x="229667" y="274320"/>
                  </a:lnTo>
                  <a:lnTo>
                    <a:pt x="223344" y="281940"/>
                  </a:lnTo>
                  <a:close/>
                </a:path>
                <a:path w="400050" h="349250">
                  <a:moveTo>
                    <a:pt x="280763" y="349250"/>
                  </a:moveTo>
                  <a:lnTo>
                    <a:pt x="236170" y="334010"/>
                  </a:lnTo>
                  <a:lnTo>
                    <a:pt x="204166" y="309880"/>
                  </a:lnTo>
                  <a:lnTo>
                    <a:pt x="200728" y="306070"/>
                  </a:lnTo>
                  <a:lnTo>
                    <a:pt x="225849" y="306070"/>
                  </a:lnTo>
                  <a:lnTo>
                    <a:pt x="243237" y="318770"/>
                  </a:lnTo>
                  <a:lnTo>
                    <a:pt x="262190" y="328930"/>
                  </a:lnTo>
                  <a:lnTo>
                    <a:pt x="278112" y="332740"/>
                  </a:lnTo>
                  <a:lnTo>
                    <a:pt x="310178" y="332740"/>
                  </a:lnTo>
                  <a:lnTo>
                    <a:pt x="298240" y="345440"/>
                  </a:lnTo>
                  <a:lnTo>
                    <a:pt x="280763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5832" y="3041837"/>
            <a:ext cx="2078355" cy="1090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50" b="1" spc="-10" dirty="0">
                <a:solidFill>
                  <a:srgbClr val="FFFFFF"/>
                </a:solidFill>
                <a:latin typeface="Lucida Sans"/>
                <a:cs typeface="Lucida Sans"/>
              </a:rPr>
              <a:t>React</a:t>
            </a:r>
            <a:endParaRPr sz="2050">
              <a:latin typeface="Lucida Sans"/>
              <a:cs typeface="Lucida Sans"/>
            </a:endParaRPr>
          </a:p>
          <a:p>
            <a:pPr marL="12700" marR="5080" algn="ctr">
              <a:lnSpc>
                <a:spcPct val="108200"/>
              </a:lnSpc>
              <a:spcBef>
                <a:spcPts val="865"/>
              </a:spcBef>
            </a:pPr>
            <a:r>
              <a:rPr sz="1300" spc="-25" dirty="0">
                <a:solidFill>
                  <a:srgbClr val="A0A0A0"/>
                </a:solidFill>
                <a:latin typeface="Lucida Sans"/>
                <a:cs typeface="Lucida Sans"/>
              </a:rPr>
              <a:t>Modern</a:t>
            </a:r>
            <a:r>
              <a:rPr sz="130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dirty="0">
                <a:solidFill>
                  <a:srgbClr val="A0A0A0"/>
                </a:solidFill>
                <a:latin typeface="Lucida Sans"/>
                <a:cs typeface="Lucida Sans"/>
              </a:rPr>
              <a:t>UI</a:t>
            </a:r>
            <a:r>
              <a:rPr sz="1300" spc="-7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with</a:t>
            </a:r>
            <a:r>
              <a:rPr sz="130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Lottie </a:t>
            </a:r>
            <a:r>
              <a:rPr sz="1300" spc="-30" dirty="0">
                <a:solidFill>
                  <a:srgbClr val="A0A0A0"/>
                </a:solidFill>
                <a:latin typeface="Lucida Sans"/>
                <a:cs typeface="Lucida Sans"/>
              </a:rPr>
              <a:t>animations</a:t>
            </a:r>
            <a:r>
              <a:rPr sz="1300" spc="-7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and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A0A0A0"/>
                </a:solidFill>
                <a:latin typeface="Lucida Sans"/>
                <a:cs typeface="Lucida Sans"/>
              </a:rPr>
              <a:t>responsive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design</a:t>
            </a:r>
            <a:endParaRPr sz="1300">
              <a:latin typeface="Lucida Sans"/>
              <a:cs typeface="Lucida San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7824" y="1838324"/>
            <a:ext cx="5019675" cy="5076825"/>
            <a:chOff x="1647824" y="1838324"/>
            <a:chExt cx="5019675" cy="5076825"/>
          </a:xfrm>
        </p:grpSpPr>
        <p:sp>
          <p:nvSpPr>
            <p:cNvPr id="10" name="object 10"/>
            <p:cNvSpPr/>
            <p:nvPr/>
          </p:nvSpPr>
          <p:spPr>
            <a:xfrm>
              <a:off x="5524499" y="1838324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952499" y="1142999"/>
                  </a:moveTo>
                  <a:lnTo>
                    <a:pt x="190499" y="1142999"/>
                  </a:lnTo>
                  <a:lnTo>
                    <a:pt x="181141" y="1142771"/>
                  </a:lnTo>
                  <a:lnTo>
                    <a:pt x="135199" y="1134799"/>
                  </a:lnTo>
                  <a:lnTo>
                    <a:pt x="92571" y="1115903"/>
                  </a:lnTo>
                  <a:lnTo>
                    <a:pt x="55796" y="1087203"/>
                  </a:lnTo>
                  <a:lnTo>
                    <a:pt x="27095" y="1050426"/>
                  </a:lnTo>
                  <a:lnTo>
                    <a:pt x="8199" y="1007799"/>
                  </a:lnTo>
                  <a:lnTo>
                    <a:pt x="228" y="961858"/>
                  </a:lnTo>
                  <a:lnTo>
                    <a:pt x="0" y="952499"/>
                  </a:lnTo>
                  <a:lnTo>
                    <a:pt x="0" y="190499"/>
                  </a:lnTo>
                  <a:lnTo>
                    <a:pt x="5709" y="144200"/>
                  </a:lnTo>
                  <a:lnTo>
                    <a:pt x="22491" y="100697"/>
                  </a:lnTo>
                  <a:lnTo>
                    <a:pt x="49340" y="62575"/>
                  </a:lnTo>
                  <a:lnTo>
                    <a:pt x="84662" y="32105"/>
                  </a:lnTo>
                  <a:lnTo>
                    <a:pt x="126331" y="11130"/>
                  </a:lnTo>
                  <a:lnTo>
                    <a:pt x="171827" y="915"/>
                  </a:lnTo>
                  <a:lnTo>
                    <a:pt x="190499" y="0"/>
                  </a:lnTo>
                  <a:lnTo>
                    <a:pt x="952499" y="0"/>
                  </a:lnTo>
                  <a:lnTo>
                    <a:pt x="998798" y="5710"/>
                  </a:lnTo>
                  <a:lnTo>
                    <a:pt x="1042301" y="22491"/>
                  </a:lnTo>
                  <a:lnTo>
                    <a:pt x="1080423" y="49340"/>
                  </a:lnTo>
                  <a:lnTo>
                    <a:pt x="1110893" y="84663"/>
                  </a:lnTo>
                  <a:lnTo>
                    <a:pt x="1131868" y="126332"/>
                  </a:lnTo>
                  <a:lnTo>
                    <a:pt x="1142084" y="171827"/>
                  </a:lnTo>
                  <a:lnTo>
                    <a:pt x="1142999" y="190499"/>
                  </a:lnTo>
                  <a:lnTo>
                    <a:pt x="1142999" y="952499"/>
                  </a:lnTo>
                  <a:lnTo>
                    <a:pt x="1137288" y="998798"/>
                  </a:lnTo>
                  <a:lnTo>
                    <a:pt x="1120506" y="1042301"/>
                  </a:lnTo>
                  <a:lnTo>
                    <a:pt x="1093658" y="1080423"/>
                  </a:lnTo>
                  <a:lnTo>
                    <a:pt x="1058335" y="1110894"/>
                  </a:lnTo>
                  <a:lnTo>
                    <a:pt x="1016666" y="1131868"/>
                  </a:lnTo>
                  <a:lnTo>
                    <a:pt x="971171" y="1142084"/>
                  </a:lnTo>
                  <a:lnTo>
                    <a:pt x="952499" y="1142999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9554" y="2200294"/>
              <a:ext cx="300355" cy="400050"/>
            </a:xfrm>
            <a:custGeom>
              <a:avLst/>
              <a:gdLst/>
              <a:ahLst/>
              <a:cxnLst/>
              <a:rect l="l" t="t" r="r" b="b"/>
              <a:pathLst>
                <a:path w="300354" h="400050">
                  <a:moveTo>
                    <a:pt x="76141" y="400010"/>
                  </a:moveTo>
                  <a:lnTo>
                    <a:pt x="50056" y="373431"/>
                  </a:lnTo>
                  <a:lnTo>
                    <a:pt x="52036" y="365182"/>
                  </a:lnTo>
                  <a:lnTo>
                    <a:pt x="112122" y="225008"/>
                  </a:lnTo>
                  <a:lnTo>
                    <a:pt x="25001" y="225008"/>
                  </a:lnTo>
                  <a:lnTo>
                    <a:pt x="0" y="201326"/>
                  </a:lnTo>
                  <a:lnTo>
                    <a:pt x="731" y="193910"/>
                  </a:lnTo>
                  <a:lnTo>
                    <a:pt x="208540" y="6153"/>
                  </a:lnTo>
                  <a:lnTo>
                    <a:pt x="223893" y="0"/>
                  </a:lnTo>
                  <a:lnTo>
                    <a:pt x="232098" y="988"/>
                  </a:lnTo>
                  <a:lnTo>
                    <a:pt x="239716" y="4746"/>
                  </a:lnTo>
                  <a:lnTo>
                    <a:pt x="245647" y="10842"/>
                  </a:lnTo>
                  <a:lnTo>
                    <a:pt x="249131" y="18351"/>
                  </a:lnTo>
                  <a:lnTo>
                    <a:pt x="249978" y="26579"/>
                  </a:lnTo>
                  <a:lnTo>
                    <a:pt x="247998" y="34828"/>
                  </a:lnTo>
                  <a:lnTo>
                    <a:pt x="187912" y="175080"/>
                  </a:lnTo>
                  <a:lnTo>
                    <a:pt x="275033" y="175080"/>
                  </a:lnTo>
                  <a:lnTo>
                    <a:pt x="300035" y="198684"/>
                  </a:lnTo>
                  <a:lnTo>
                    <a:pt x="299303" y="206099"/>
                  </a:lnTo>
                  <a:lnTo>
                    <a:pt x="296418" y="212988"/>
                  </a:lnTo>
                  <a:lnTo>
                    <a:pt x="291519" y="218835"/>
                  </a:lnTo>
                  <a:lnTo>
                    <a:pt x="91494" y="393857"/>
                  </a:lnTo>
                  <a:lnTo>
                    <a:pt x="84228" y="398274"/>
                  </a:lnTo>
                  <a:lnTo>
                    <a:pt x="76141" y="4000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47824" y="4810124"/>
              <a:ext cx="2095500" cy="2105025"/>
            </a:xfrm>
            <a:custGeom>
              <a:avLst/>
              <a:gdLst/>
              <a:ahLst/>
              <a:cxnLst/>
              <a:rect l="l" t="t" r="r" b="b"/>
              <a:pathLst>
                <a:path w="2095500" h="2105025">
                  <a:moveTo>
                    <a:pt x="1952624" y="2105024"/>
                  </a:moveTo>
                  <a:lnTo>
                    <a:pt x="142874" y="2105024"/>
                  </a:lnTo>
                  <a:lnTo>
                    <a:pt x="135855" y="2104852"/>
                  </a:lnTo>
                  <a:lnTo>
                    <a:pt x="94749" y="2096675"/>
                  </a:lnTo>
                  <a:lnTo>
                    <a:pt x="57756" y="2076902"/>
                  </a:lnTo>
                  <a:lnTo>
                    <a:pt x="28120" y="2047267"/>
                  </a:lnTo>
                  <a:lnTo>
                    <a:pt x="8347" y="2010274"/>
                  </a:lnTo>
                  <a:lnTo>
                    <a:pt x="171" y="1969168"/>
                  </a:lnTo>
                  <a:lnTo>
                    <a:pt x="0" y="1962149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6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952624" y="0"/>
                  </a:lnTo>
                  <a:lnTo>
                    <a:pt x="1994099" y="6150"/>
                  </a:lnTo>
                  <a:lnTo>
                    <a:pt x="2032001" y="24078"/>
                  </a:lnTo>
                  <a:lnTo>
                    <a:pt x="2063069" y="52234"/>
                  </a:lnTo>
                  <a:lnTo>
                    <a:pt x="2084623" y="88198"/>
                  </a:lnTo>
                  <a:lnTo>
                    <a:pt x="2094813" y="128870"/>
                  </a:lnTo>
                  <a:lnTo>
                    <a:pt x="2095499" y="142874"/>
                  </a:lnTo>
                  <a:lnTo>
                    <a:pt x="2095499" y="1962149"/>
                  </a:lnTo>
                  <a:lnTo>
                    <a:pt x="2089348" y="2003623"/>
                  </a:lnTo>
                  <a:lnTo>
                    <a:pt x="2071420" y="2041526"/>
                  </a:lnTo>
                  <a:lnTo>
                    <a:pt x="2043264" y="2072593"/>
                  </a:lnTo>
                  <a:lnTo>
                    <a:pt x="2007300" y="2094148"/>
                  </a:lnTo>
                  <a:lnTo>
                    <a:pt x="1966629" y="2104338"/>
                  </a:lnTo>
                  <a:lnTo>
                    <a:pt x="1952624" y="2105024"/>
                  </a:lnTo>
                  <a:close/>
                </a:path>
              </a:pathLst>
            </a:custGeom>
            <a:solidFill>
              <a:srgbClr val="0E0E1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86024" y="5107781"/>
              <a:ext cx="428625" cy="300355"/>
            </a:xfrm>
            <a:custGeom>
              <a:avLst/>
              <a:gdLst/>
              <a:ahLst/>
              <a:cxnLst/>
              <a:rect l="l" t="t" r="r" b="b"/>
              <a:pathLst>
                <a:path w="428625" h="300354">
                  <a:moveTo>
                    <a:pt x="342899" y="300037"/>
                  </a:moveTo>
                  <a:lnTo>
                    <a:pt x="96440" y="300037"/>
                  </a:lnTo>
                  <a:lnTo>
                    <a:pt x="58909" y="292455"/>
                  </a:lnTo>
                  <a:lnTo>
                    <a:pt x="28254" y="271783"/>
                  </a:lnTo>
                  <a:lnTo>
                    <a:pt x="7581" y="241127"/>
                  </a:lnTo>
                  <a:lnTo>
                    <a:pt x="0" y="203596"/>
                  </a:lnTo>
                  <a:lnTo>
                    <a:pt x="4792" y="173487"/>
                  </a:lnTo>
                  <a:lnTo>
                    <a:pt x="18149" y="147264"/>
                  </a:lnTo>
                  <a:lnTo>
                    <a:pt x="38538" y="126453"/>
                  </a:lnTo>
                  <a:lnTo>
                    <a:pt x="64427" y="112581"/>
                  </a:lnTo>
                  <a:lnTo>
                    <a:pt x="64293" y="108964"/>
                  </a:lnTo>
                  <a:lnTo>
                    <a:pt x="64293" y="107156"/>
                  </a:lnTo>
                  <a:lnTo>
                    <a:pt x="72711" y="65436"/>
                  </a:lnTo>
                  <a:lnTo>
                    <a:pt x="95670" y="31376"/>
                  </a:lnTo>
                  <a:lnTo>
                    <a:pt x="129730" y="8417"/>
                  </a:lnTo>
                  <a:lnTo>
                    <a:pt x="171449" y="0"/>
                  </a:lnTo>
                  <a:lnTo>
                    <a:pt x="200110" y="3871"/>
                  </a:lnTo>
                  <a:lnTo>
                    <a:pt x="225831" y="14800"/>
                  </a:lnTo>
                  <a:lnTo>
                    <a:pt x="247585" y="31757"/>
                  </a:lnTo>
                  <a:lnTo>
                    <a:pt x="264341" y="53712"/>
                  </a:lnTo>
                  <a:lnTo>
                    <a:pt x="272357" y="49134"/>
                  </a:lnTo>
                  <a:lnTo>
                    <a:pt x="281059" y="45725"/>
                  </a:lnTo>
                  <a:lnTo>
                    <a:pt x="290325" y="43597"/>
                  </a:lnTo>
                  <a:lnTo>
                    <a:pt x="300037" y="42862"/>
                  </a:lnTo>
                  <a:lnTo>
                    <a:pt x="325058" y="47916"/>
                  </a:lnTo>
                  <a:lnTo>
                    <a:pt x="345495" y="61698"/>
                  </a:lnTo>
                  <a:lnTo>
                    <a:pt x="359276" y="82135"/>
                  </a:lnTo>
                  <a:lnTo>
                    <a:pt x="364331" y="107156"/>
                  </a:lnTo>
                  <a:lnTo>
                    <a:pt x="364331" y="115326"/>
                  </a:lnTo>
                  <a:lnTo>
                    <a:pt x="362790" y="123162"/>
                  </a:lnTo>
                  <a:lnTo>
                    <a:pt x="360044" y="130328"/>
                  </a:lnTo>
                  <a:lnTo>
                    <a:pt x="387260" y="140955"/>
                  </a:lnTo>
                  <a:lnTo>
                    <a:pt x="409001" y="159738"/>
                  </a:lnTo>
                  <a:lnTo>
                    <a:pt x="423409" y="184812"/>
                  </a:lnTo>
                  <a:lnTo>
                    <a:pt x="428624" y="214312"/>
                  </a:lnTo>
                  <a:lnTo>
                    <a:pt x="421888" y="247682"/>
                  </a:lnTo>
                  <a:lnTo>
                    <a:pt x="403518" y="274931"/>
                  </a:lnTo>
                  <a:lnTo>
                    <a:pt x="376270" y="293301"/>
                  </a:lnTo>
                  <a:lnTo>
                    <a:pt x="342899" y="3000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24698" y="3146612"/>
            <a:ext cx="1942464" cy="88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50" b="1" spc="-10" dirty="0">
                <a:solidFill>
                  <a:srgbClr val="FFFFFF"/>
                </a:solidFill>
                <a:latin typeface="Lucida Sans"/>
                <a:cs typeface="Lucida Sans"/>
              </a:rPr>
              <a:t>FastAPI</a:t>
            </a:r>
            <a:endParaRPr sz="2050">
              <a:latin typeface="Lucida Sans"/>
              <a:cs typeface="Lucida Sans"/>
            </a:endParaRPr>
          </a:p>
          <a:p>
            <a:pPr marL="12700" marR="5080" algn="ctr">
              <a:lnSpc>
                <a:spcPct val="110600"/>
              </a:lnSpc>
              <a:spcBef>
                <a:spcPts val="825"/>
              </a:spcBef>
            </a:pPr>
            <a:r>
              <a:rPr sz="1300" dirty="0">
                <a:solidFill>
                  <a:srgbClr val="A0A0A0"/>
                </a:solidFill>
                <a:latin typeface="Lucida Sans"/>
                <a:cs typeface="Lucida Sans"/>
              </a:rPr>
              <a:t>Backend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with</a:t>
            </a:r>
            <a:r>
              <a:rPr sz="1300" spc="-6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dirty="0">
                <a:solidFill>
                  <a:srgbClr val="A0A0A0"/>
                </a:solidFill>
                <a:latin typeface="Lucida Sans"/>
                <a:cs typeface="Lucida Sans"/>
              </a:rPr>
              <a:t>Python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305" dirty="0">
                <a:solidFill>
                  <a:srgbClr val="A0A0A0"/>
                </a:solidFill>
                <a:latin typeface="Lucida Sans"/>
                <a:cs typeface="Lucida Sans"/>
              </a:rPr>
              <a:t>3.11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 and</a:t>
            </a:r>
            <a:r>
              <a:rPr sz="1300" spc="-8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30" dirty="0">
                <a:solidFill>
                  <a:srgbClr val="A0A0A0"/>
                </a:solidFill>
                <a:latin typeface="Lucida Sans"/>
                <a:cs typeface="Lucida Sans"/>
              </a:rPr>
              <a:t>async</a:t>
            </a:r>
            <a:r>
              <a:rPr sz="1300" spc="-8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processing</a:t>
            </a:r>
            <a:endParaRPr sz="130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15499" y="1838324"/>
            <a:ext cx="1143000" cy="1143000"/>
            <a:chOff x="9715499" y="1838324"/>
            <a:chExt cx="1143000" cy="1143000"/>
          </a:xfrm>
        </p:grpSpPr>
        <p:sp>
          <p:nvSpPr>
            <p:cNvPr id="16" name="object 16"/>
            <p:cNvSpPr/>
            <p:nvPr/>
          </p:nvSpPr>
          <p:spPr>
            <a:xfrm>
              <a:off x="9715499" y="1838324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952499" y="1142999"/>
                  </a:moveTo>
                  <a:lnTo>
                    <a:pt x="190499" y="1142999"/>
                  </a:lnTo>
                  <a:lnTo>
                    <a:pt x="181140" y="1142771"/>
                  </a:lnTo>
                  <a:lnTo>
                    <a:pt x="135198" y="1134799"/>
                  </a:lnTo>
                  <a:lnTo>
                    <a:pt x="92571" y="1115903"/>
                  </a:lnTo>
                  <a:lnTo>
                    <a:pt x="55795" y="1087203"/>
                  </a:lnTo>
                  <a:lnTo>
                    <a:pt x="27094" y="1050426"/>
                  </a:lnTo>
                  <a:lnTo>
                    <a:pt x="8199" y="1007799"/>
                  </a:lnTo>
                  <a:lnTo>
                    <a:pt x="228" y="961858"/>
                  </a:lnTo>
                  <a:lnTo>
                    <a:pt x="0" y="952499"/>
                  </a:lnTo>
                  <a:lnTo>
                    <a:pt x="0" y="190499"/>
                  </a:lnTo>
                  <a:lnTo>
                    <a:pt x="5710" y="144200"/>
                  </a:lnTo>
                  <a:lnTo>
                    <a:pt x="22491" y="100697"/>
                  </a:lnTo>
                  <a:lnTo>
                    <a:pt x="49339" y="62575"/>
                  </a:lnTo>
                  <a:lnTo>
                    <a:pt x="84662" y="32105"/>
                  </a:lnTo>
                  <a:lnTo>
                    <a:pt x="126331" y="11130"/>
                  </a:lnTo>
                  <a:lnTo>
                    <a:pt x="171826" y="915"/>
                  </a:lnTo>
                  <a:lnTo>
                    <a:pt x="190499" y="0"/>
                  </a:lnTo>
                  <a:lnTo>
                    <a:pt x="952499" y="0"/>
                  </a:lnTo>
                  <a:lnTo>
                    <a:pt x="998798" y="5710"/>
                  </a:lnTo>
                  <a:lnTo>
                    <a:pt x="1042301" y="22491"/>
                  </a:lnTo>
                  <a:lnTo>
                    <a:pt x="1080423" y="49340"/>
                  </a:lnTo>
                  <a:lnTo>
                    <a:pt x="1110894" y="84663"/>
                  </a:lnTo>
                  <a:lnTo>
                    <a:pt x="1131867" y="126332"/>
                  </a:lnTo>
                  <a:lnTo>
                    <a:pt x="1142084" y="171827"/>
                  </a:lnTo>
                  <a:lnTo>
                    <a:pt x="1142999" y="190499"/>
                  </a:lnTo>
                  <a:lnTo>
                    <a:pt x="1142999" y="952499"/>
                  </a:lnTo>
                  <a:lnTo>
                    <a:pt x="1137288" y="998798"/>
                  </a:lnTo>
                  <a:lnTo>
                    <a:pt x="1120507" y="1042301"/>
                  </a:lnTo>
                  <a:lnTo>
                    <a:pt x="1093659" y="1080423"/>
                  </a:lnTo>
                  <a:lnTo>
                    <a:pt x="1058335" y="1110894"/>
                  </a:lnTo>
                  <a:lnTo>
                    <a:pt x="1016666" y="1131868"/>
                  </a:lnTo>
                  <a:lnTo>
                    <a:pt x="971172" y="1142084"/>
                  </a:lnTo>
                  <a:lnTo>
                    <a:pt x="952499" y="1142999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86974" y="2200274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91886" y="362545"/>
                  </a:moveTo>
                  <a:lnTo>
                    <a:pt x="87510" y="362545"/>
                  </a:lnTo>
                  <a:lnTo>
                    <a:pt x="68061" y="358610"/>
                  </a:lnTo>
                  <a:lnTo>
                    <a:pt x="52164" y="347885"/>
                  </a:lnTo>
                  <a:lnTo>
                    <a:pt x="41439" y="331988"/>
                  </a:lnTo>
                  <a:lnTo>
                    <a:pt x="37504" y="312539"/>
                  </a:lnTo>
                  <a:lnTo>
                    <a:pt x="37504" y="306757"/>
                  </a:lnTo>
                  <a:lnTo>
                    <a:pt x="38520" y="301131"/>
                  </a:lnTo>
                  <a:lnTo>
                    <a:pt x="40317" y="295974"/>
                  </a:lnTo>
                  <a:lnTo>
                    <a:pt x="24063" y="286842"/>
                  </a:lnTo>
                  <a:lnTo>
                    <a:pt x="11310" y="273432"/>
                  </a:lnTo>
                  <a:lnTo>
                    <a:pt x="2981" y="256682"/>
                  </a:lnTo>
                  <a:lnTo>
                    <a:pt x="0" y="237529"/>
                  </a:lnTo>
                  <a:lnTo>
                    <a:pt x="2613" y="219594"/>
                  </a:lnTo>
                  <a:lnTo>
                    <a:pt x="9952" y="203687"/>
                  </a:lnTo>
                  <a:lnTo>
                    <a:pt x="21261" y="190579"/>
                  </a:lnTo>
                  <a:lnTo>
                    <a:pt x="35785" y="181038"/>
                  </a:lnTo>
                  <a:lnTo>
                    <a:pt x="31233" y="174246"/>
                  </a:lnTo>
                  <a:lnTo>
                    <a:pt x="27845" y="166729"/>
                  </a:lnTo>
                  <a:lnTo>
                    <a:pt x="25731" y="158612"/>
                  </a:lnTo>
                  <a:lnTo>
                    <a:pt x="25003" y="150018"/>
                  </a:lnTo>
                  <a:lnTo>
                    <a:pt x="27991" y="132948"/>
                  </a:lnTo>
                  <a:lnTo>
                    <a:pt x="36254" y="118413"/>
                  </a:lnTo>
                  <a:lnTo>
                    <a:pt x="48736" y="107452"/>
                  </a:lnTo>
                  <a:lnTo>
                    <a:pt x="64383" y="101106"/>
                  </a:lnTo>
                  <a:lnTo>
                    <a:pt x="63132" y="96808"/>
                  </a:lnTo>
                  <a:lnTo>
                    <a:pt x="62507" y="92199"/>
                  </a:lnTo>
                  <a:lnTo>
                    <a:pt x="62507" y="87510"/>
                  </a:lnTo>
                  <a:lnTo>
                    <a:pt x="65360" y="70842"/>
                  </a:lnTo>
                  <a:lnTo>
                    <a:pt x="73261" y="56540"/>
                  </a:lnTo>
                  <a:lnTo>
                    <a:pt x="85219" y="45592"/>
                  </a:lnTo>
                  <a:lnTo>
                    <a:pt x="100246" y="38989"/>
                  </a:lnTo>
                  <a:lnTo>
                    <a:pt x="104860" y="23667"/>
                  </a:lnTo>
                  <a:lnTo>
                    <a:pt x="114418" y="11290"/>
                  </a:lnTo>
                  <a:lnTo>
                    <a:pt x="127771" y="3015"/>
                  </a:lnTo>
                  <a:lnTo>
                    <a:pt x="143767" y="0"/>
                  </a:lnTo>
                  <a:lnTo>
                    <a:pt x="160790" y="3441"/>
                  </a:lnTo>
                  <a:lnTo>
                    <a:pt x="174699" y="12823"/>
                  </a:lnTo>
                  <a:lnTo>
                    <a:pt x="184081" y="26733"/>
                  </a:lnTo>
                  <a:lnTo>
                    <a:pt x="187523" y="43755"/>
                  </a:lnTo>
                  <a:lnTo>
                    <a:pt x="187523" y="356294"/>
                  </a:lnTo>
                  <a:lnTo>
                    <a:pt x="186591" y="360904"/>
                  </a:lnTo>
                  <a:lnTo>
                    <a:pt x="100246" y="360904"/>
                  </a:lnTo>
                  <a:lnTo>
                    <a:pt x="96183" y="361998"/>
                  </a:lnTo>
                  <a:lnTo>
                    <a:pt x="91886" y="362545"/>
                  </a:lnTo>
                  <a:close/>
                </a:path>
                <a:path w="400050" h="400050">
                  <a:moveTo>
                    <a:pt x="143767" y="400050"/>
                  </a:moveTo>
                  <a:lnTo>
                    <a:pt x="127771" y="397032"/>
                  </a:lnTo>
                  <a:lnTo>
                    <a:pt x="114418" y="388740"/>
                  </a:lnTo>
                  <a:lnTo>
                    <a:pt x="104860" y="376316"/>
                  </a:lnTo>
                  <a:lnTo>
                    <a:pt x="100246" y="360904"/>
                  </a:lnTo>
                  <a:lnTo>
                    <a:pt x="186591" y="360904"/>
                  </a:lnTo>
                  <a:lnTo>
                    <a:pt x="184081" y="373316"/>
                  </a:lnTo>
                  <a:lnTo>
                    <a:pt x="174699" y="387226"/>
                  </a:lnTo>
                  <a:lnTo>
                    <a:pt x="160790" y="396608"/>
                  </a:lnTo>
                  <a:lnTo>
                    <a:pt x="143767" y="400050"/>
                  </a:lnTo>
                  <a:close/>
                </a:path>
                <a:path w="400050" h="400050">
                  <a:moveTo>
                    <a:pt x="256282" y="400050"/>
                  </a:moveTo>
                  <a:lnTo>
                    <a:pt x="239259" y="396608"/>
                  </a:lnTo>
                  <a:lnTo>
                    <a:pt x="225350" y="387226"/>
                  </a:lnTo>
                  <a:lnTo>
                    <a:pt x="215968" y="373316"/>
                  </a:lnTo>
                  <a:lnTo>
                    <a:pt x="212526" y="356294"/>
                  </a:lnTo>
                  <a:lnTo>
                    <a:pt x="212526" y="43755"/>
                  </a:lnTo>
                  <a:lnTo>
                    <a:pt x="215968" y="26733"/>
                  </a:lnTo>
                  <a:lnTo>
                    <a:pt x="225350" y="12823"/>
                  </a:lnTo>
                  <a:lnTo>
                    <a:pt x="239259" y="3441"/>
                  </a:lnTo>
                  <a:lnTo>
                    <a:pt x="256282" y="0"/>
                  </a:lnTo>
                  <a:lnTo>
                    <a:pt x="272267" y="3015"/>
                  </a:lnTo>
                  <a:lnTo>
                    <a:pt x="285602" y="11290"/>
                  </a:lnTo>
                  <a:lnTo>
                    <a:pt x="295156" y="23667"/>
                  </a:lnTo>
                  <a:lnTo>
                    <a:pt x="299803" y="38989"/>
                  </a:lnTo>
                  <a:lnTo>
                    <a:pt x="314863" y="45581"/>
                  </a:lnTo>
                  <a:lnTo>
                    <a:pt x="326818" y="56510"/>
                  </a:lnTo>
                  <a:lnTo>
                    <a:pt x="334700" y="70809"/>
                  </a:lnTo>
                  <a:lnTo>
                    <a:pt x="337542" y="87510"/>
                  </a:lnTo>
                  <a:lnTo>
                    <a:pt x="337542" y="92199"/>
                  </a:lnTo>
                  <a:lnTo>
                    <a:pt x="336917" y="96808"/>
                  </a:lnTo>
                  <a:lnTo>
                    <a:pt x="335666" y="101106"/>
                  </a:lnTo>
                  <a:lnTo>
                    <a:pt x="351313" y="107419"/>
                  </a:lnTo>
                  <a:lnTo>
                    <a:pt x="363795" y="118383"/>
                  </a:lnTo>
                  <a:lnTo>
                    <a:pt x="372058" y="132937"/>
                  </a:lnTo>
                  <a:lnTo>
                    <a:pt x="375046" y="150018"/>
                  </a:lnTo>
                  <a:lnTo>
                    <a:pt x="374318" y="158612"/>
                  </a:lnTo>
                  <a:lnTo>
                    <a:pt x="372204" y="166729"/>
                  </a:lnTo>
                  <a:lnTo>
                    <a:pt x="368816" y="174246"/>
                  </a:lnTo>
                  <a:lnTo>
                    <a:pt x="364264" y="181038"/>
                  </a:lnTo>
                  <a:lnTo>
                    <a:pt x="378788" y="190579"/>
                  </a:lnTo>
                  <a:lnTo>
                    <a:pt x="390097" y="203687"/>
                  </a:lnTo>
                  <a:lnTo>
                    <a:pt x="397436" y="219594"/>
                  </a:lnTo>
                  <a:lnTo>
                    <a:pt x="400050" y="237529"/>
                  </a:lnTo>
                  <a:lnTo>
                    <a:pt x="397068" y="256682"/>
                  </a:lnTo>
                  <a:lnTo>
                    <a:pt x="388740" y="273432"/>
                  </a:lnTo>
                  <a:lnTo>
                    <a:pt x="375986" y="286842"/>
                  </a:lnTo>
                  <a:lnTo>
                    <a:pt x="359732" y="295974"/>
                  </a:lnTo>
                  <a:lnTo>
                    <a:pt x="361529" y="301131"/>
                  </a:lnTo>
                  <a:lnTo>
                    <a:pt x="362545" y="306757"/>
                  </a:lnTo>
                  <a:lnTo>
                    <a:pt x="362545" y="312539"/>
                  </a:lnTo>
                  <a:lnTo>
                    <a:pt x="358610" y="331988"/>
                  </a:lnTo>
                  <a:lnTo>
                    <a:pt x="347885" y="347885"/>
                  </a:lnTo>
                  <a:lnTo>
                    <a:pt x="331988" y="358610"/>
                  </a:lnTo>
                  <a:lnTo>
                    <a:pt x="320649" y="360904"/>
                  </a:lnTo>
                  <a:lnTo>
                    <a:pt x="299803" y="360904"/>
                  </a:lnTo>
                  <a:lnTo>
                    <a:pt x="295189" y="376316"/>
                  </a:lnTo>
                  <a:lnTo>
                    <a:pt x="285631" y="388740"/>
                  </a:lnTo>
                  <a:lnTo>
                    <a:pt x="272278" y="397032"/>
                  </a:lnTo>
                  <a:lnTo>
                    <a:pt x="256282" y="400050"/>
                  </a:lnTo>
                  <a:close/>
                </a:path>
                <a:path w="400050" h="400050">
                  <a:moveTo>
                    <a:pt x="312539" y="362545"/>
                  </a:moveTo>
                  <a:lnTo>
                    <a:pt x="308163" y="362545"/>
                  </a:lnTo>
                  <a:lnTo>
                    <a:pt x="303866" y="361998"/>
                  </a:lnTo>
                  <a:lnTo>
                    <a:pt x="299803" y="360904"/>
                  </a:lnTo>
                  <a:lnTo>
                    <a:pt x="320649" y="360904"/>
                  </a:lnTo>
                  <a:lnTo>
                    <a:pt x="312539" y="362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47547" y="3146612"/>
            <a:ext cx="1878964" cy="881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z="2050" b="1" spc="-135" dirty="0">
                <a:solidFill>
                  <a:srgbClr val="FFFFFF"/>
                </a:solidFill>
                <a:latin typeface="Lucida Sans"/>
                <a:cs typeface="Lucida Sans"/>
              </a:rPr>
              <a:t>LangChain</a:t>
            </a:r>
            <a:r>
              <a:rPr sz="2050" b="1" spc="-1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b="1" spc="-95" dirty="0">
                <a:solidFill>
                  <a:srgbClr val="FFFFFF"/>
                </a:solidFill>
                <a:latin typeface="Lucida Sans"/>
                <a:cs typeface="Lucida Sans"/>
              </a:rPr>
              <a:t>RAG</a:t>
            </a:r>
            <a:endParaRPr sz="2050">
              <a:latin typeface="Lucida Sans"/>
              <a:cs typeface="Lucida Sans"/>
            </a:endParaRPr>
          </a:p>
          <a:p>
            <a:pPr marL="64135" marR="5080" indent="-52069">
              <a:lnSpc>
                <a:spcPct val="110600"/>
              </a:lnSpc>
              <a:spcBef>
                <a:spcPts val="825"/>
              </a:spcBef>
            </a:pPr>
            <a:r>
              <a:rPr sz="1300" spc="-145" dirty="0">
                <a:solidFill>
                  <a:srgbClr val="A0A0A0"/>
                </a:solidFill>
                <a:latin typeface="Lucida Sans"/>
                <a:cs typeface="Lucida Sans"/>
              </a:rPr>
              <a:t>+</a:t>
            </a:r>
            <a:r>
              <a:rPr sz="1300" spc="-7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40" dirty="0">
                <a:solidFill>
                  <a:srgbClr val="A0A0A0"/>
                </a:solidFill>
                <a:latin typeface="Lucida Sans"/>
                <a:cs typeface="Lucida Sans"/>
              </a:rPr>
              <a:t>Groq</a:t>
            </a:r>
            <a:r>
              <a:rPr sz="1300" spc="-7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Llama-</a:t>
            </a:r>
            <a:r>
              <a:rPr sz="1300" spc="-160" dirty="0">
                <a:solidFill>
                  <a:srgbClr val="A0A0A0"/>
                </a:solidFill>
                <a:latin typeface="Lucida Sans"/>
                <a:cs typeface="Lucida Sans"/>
              </a:rPr>
              <a:t>3</a:t>
            </a:r>
            <a:r>
              <a:rPr sz="1300" spc="-7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for</a:t>
            </a:r>
            <a:r>
              <a:rPr sz="1300" spc="-70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Lucida Sans"/>
                <a:cs typeface="Lucida Sans"/>
              </a:rPr>
              <a:t>high- </a:t>
            </a:r>
            <a:r>
              <a:rPr sz="1300" spc="-30" dirty="0">
                <a:solidFill>
                  <a:srgbClr val="A0A0A0"/>
                </a:solidFill>
                <a:latin typeface="Lucida Sans"/>
                <a:cs typeface="Lucida Sans"/>
              </a:rPr>
              <a:t>performance</a:t>
            </a:r>
            <a:r>
              <a:rPr sz="1300" spc="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inference</a:t>
            </a:r>
            <a:endParaRPr sz="13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47689" y="5644520"/>
            <a:ext cx="11023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10" dirty="0">
                <a:solidFill>
                  <a:srgbClr val="FFFFFF"/>
                </a:solidFill>
                <a:latin typeface="Lucida Sans"/>
                <a:cs typeface="Lucida Sans"/>
              </a:rPr>
              <a:t>Azure</a:t>
            </a:r>
            <a:r>
              <a:rPr sz="1650" b="1" spc="-1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b="1" spc="-20" dirty="0">
                <a:solidFill>
                  <a:srgbClr val="FFFFFF"/>
                </a:solidFill>
                <a:latin typeface="Lucida Sans"/>
                <a:cs typeface="Lucida Sans"/>
              </a:rPr>
              <a:t>Blob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71612" y="5993104"/>
            <a:ext cx="165417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399"/>
              </a:lnSpc>
              <a:spcBef>
                <a:spcPts val="95"/>
              </a:spcBef>
            </a:pP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Secure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45" dirty="0">
                <a:solidFill>
                  <a:srgbClr val="A0A0A0"/>
                </a:solidFill>
                <a:latin typeface="Lucida Sans"/>
                <a:cs typeface="Lucida Sans"/>
              </a:rPr>
              <a:t>storage</a:t>
            </a:r>
            <a:r>
              <a:rPr sz="1300" spc="-6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A0A0A0"/>
                </a:solidFill>
                <a:latin typeface="Lucida Sans"/>
                <a:cs typeface="Lucida Sans"/>
              </a:rPr>
              <a:t>for </a:t>
            </a:r>
            <a:r>
              <a:rPr sz="1300" spc="65" dirty="0">
                <a:solidFill>
                  <a:srgbClr val="A0A0A0"/>
                </a:solidFill>
                <a:latin typeface="Lucida Sans"/>
                <a:cs typeface="Lucida Sans"/>
              </a:rPr>
              <a:t>PDF</a:t>
            </a:r>
            <a:r>
              <a:rPr sz="1300" spc="-5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Lucida Sans"/>
                <a:cs typeface="Lucida Sans"/>
              </a:rPr>
              <a:t>documents</a:t>
            </a:r>
            <a:r>
              <a:rPr sz="1300" spc="-5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Lucida Sans"/>
                <a:cs typeface="Lucida Sans"/>
              </a:rPr>
              <a:t>with </a:t>
            </a:r>
            <a:r>
              <a:rPr sz="1300" dirty="0">
                <a:solidFill>
                  <a:srgbClr val="A0A0A0"/>
                </a:solidFill>
                <a:latin typeface="Lucida Sans"/>
                <a:cs typeface="Lucida Sans"/>
              </a:rPr>
              <a:t>SAS</a:t>
            </a:r>
            <a:r>
              <a:rPr sz="1300" spc="-4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dirty="0">
                <a:solidFill>
                  <a:srgbClr val="A0A0A0"/>
                </a:solidFill>
                <a:latin typeface="Lucida Sans"/>
                <a:cs typeface="Lucida Sans"/>
              </a:rPr>
              <a:t>URL</a:t>
            </a:r>
            <a:r>
              <a:rPr sz="1300" spc="-4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access</a:t>
            </a:r>
            <a:endParaRPr sz="1300">
              <a:latin typeface="Lucida Sans"/>
              <a:cs typeface="Lucida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0212" y="4810124"/>
            <a:ext cx="5034280" cy="2105025"/>
            <a:chOff x="5510212" y="4810124"/>
            <a:chExt cx="5034280" cy="2105025"/>
          </a:xfrm>
        </p:grpSpPr>
        <p:sp>
          <p:nvSpPr>
            <p:cNvPr id="22" name="object 22"/>
            <p:cNvSpPr/>
            <p:nvPr/>
          </p:nvSpPr>
          <p:spPr>
            <a:xfrm>
              <a:off x="5524499" y="4824412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>
                  <a:moveTo>
                    <a:pt x="0" y="0"/>
                  </a:moveTo>
                  <a:lnTo>
                    <a:pt x="1142999" y="0"/>
                  </a:lnTo>
                </a:path>
              </a:pathLst>
            </a:custGeom>
            <a:ln w="28574">
              <a:solidFill>
                <a:srgbClr val="00C8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48674" y="4810124"/>
              <a:ext cx="2095500" cy="2105025"/>
            </a:xfrm>
            <a:custGeom>
              <a:avLst/>
              <a:gdLst/>
              <a:ahLst/>
              <a:cxnLst/>
              <a:rect l="l" t="t" r="r" b="b"/>
              <a:pathLst>
                <a:path w="2095500" h="2105025">
                  <a:moveTo>
                    <a:pt x="1952624" y="2105024"/>
                  </a:moveTo>
                  <a:lnTo>
                    <a:pt x="142874" y="2105024"/>
                  </a:lnTo>
                  <a:lnTo>
                    <a:pt x="135855" y="2104852"/>
                  </a:lnTo>
                  <a:lnTo>
                    <a:pt x="94748" y="2096675"/>
                  </a:lnTo>
                  <a:lnTo>
                    <a:pt x="57755" y="2076902"/>
                  </a:lnTo>
                  <a:lnTo>
                    <a:pt x="28119" y="2047267"/>
                  </a:lnTo>
                  <a:lnTo>
                    <a:pt x="8346" y="2010274"/>
                  </a:lnTo>
                  <a:lnTo>
                    <a:pt x="171" y="1969168"/>
                  </a:lnTo>
                  <a:lnTo>
                    <a:pt x="0" y="1962149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6"/>
                  </a:lnTo>
                  <a:lnTo>
                    <a:pt x="52233" y="32429"/>
                  </a:lnTo>
                  <a:lnTo>
                    <a:pt x="88197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952624" y="0"/>
                  </a:lnTo>
                  <a:lnTo>
                    <a:pt x="1994098" y="6150"/>
                  </a:lnTo>
                  <a:lnTo>
                    <a:pt x="2032000" y="24078"/>
                  </a:lnTo>
                  <a:lnTo>
                    <a:pt x="2063068" y="52234"/>
                  </a:lnTo>
                  <a:lnTo>
                    <a:pt x="2084622" y="88198"/>
                  </a:lnTo>
                  <a:lnTo>
                    <a:pt x="2094813" y="128870"/>
                  </a:lnTo>
                  <a:lnTo>
                    <a:pt x="2095499" y="142874"/>
                  </a:lnTo>
                  <a:lnTo>
                    <a:pt x="2095499" y="1962149"/>
                  </a:lnTo>
                  <a:lnTo>
                    <a:pt x="2089348" y="2003623"/>
                  </a:lnTo>
                  <a:lnTo>
                    <a:pt x="2071419" y="2041526"/>
                  </a:lnTo>
                  <a:lnTo>
                    <a:pt x="2043264" y="2072593"/>
                  </a:lnTo>
                  <a:lnTo>
                    <a:pt x="2007299" y="2094148"/>
                  </a:lnTo>
                  <a:lnTo>
                    <a:pt x="1966628" y="2104338"/>
                  </a:lnTo>
                  <a:lnTo>
                    <a:pt x="1952624" y="2105024"/>
                  </a:lnTo>
                  <a:close/>
                </a:path>
              </a:pathLst>
            </a:custGeom>
            <a:solidFill>
              <a:srgbClr val="0E0E1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44024" y="5086349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150018" y="139303"/>
                  </a:moveTo>
                  <a:lnTo>
                    <a:pt x="91628" y="135094"/>
                  </a:lnTo>
                  <a:lnTo>
                    <a:pt x="43942" y="123614"/>
                  </a:lnTo>
                  <a:lnTo>
                    <a:pt x="11790" y="106584"/>
                  </a:lnTo>
                  <a:lnTo>
                    <a:pt x="0" y="85724"/>
                  </a:lnTo>
                  <a:lnTo>
                    <a:pt x="0" y="53578"/>
                  </a:lnTo>
                  <a:lnTo>
                    <a:pt x="11790" y="32718"/>
                  </a:lnTo>
                  <a:lnTo>
                    <a:pt x="43942" y="15688"/>
                  </a:lnTo>
                  <a:lnTo>
                    <a:pt x="91628" y="4208"/>
                  </a:lnTo>
                  <a:lnTo>
                    <a:pt x="150018" y="0"/>
                  </a:lnTo>
                  <a:lnTo>
                    <a:pt x="208409" y="4208"/>
                  </a:lnTo>
                  <a:lnTo>
                    <a:pt x="256095" y="15688"/>
                  </a:lnTo>
                  <a:lnTo>
                    <a:pt x="288247" y="32718"/>
                  </a:lnTo>
                  <a:lnTo>
                    <a:pt x="300037" y="53578"/>
                  </a:lnTo>
                  <a:lnTo>
                    <a:pt x="300037" y="85724"/>
                  </a:lnTo>
                  <a:lnTo>
                    <a:pt x="288247" y="106584"/>
                  </a:lnTo>
                  <a:lnTo>
                    <a:pt x="256095" y="123614"/>
                  </a:lnTo>
                  <a:lnTo>
                    <a:pt x="208409" y="135094"/>
                  </a:lnTo>
                  <a:lnTo>
                    <a:pt x="150018" y="139303"/>
                  </a:lnTo>
                  <a:close/>
                </a:path>
                <a:path w="300354" h="342900">
                  <a:moveTo>
                    <a:pt x="150018" y="246459"/>
                  </a:moveTo>
                  <a:lnTo>
                    <a:pt x="91628" y="242250"/>
                  </a:lnTo>
                  <a:lnTo>
                    <a:pt x="43942" y="230771"/>
                  </a:lnTo>
                  <a:lnTo>
                    <a:pt x="11790" y="213741"/>
                  </a:lnTo>
                  <a:lnTo>
                    <a:pt x="0" y="192881"/>
                  </a:lnTo>
                  <a:lnTo>
                    <a:pt x="0" y="124636"/>
                  </a:lnTo>
                  <a:lnTo>
                    <a:pt x="7945" y="130237"/>
                  </a:lnTo>
                  <a:lnTo>
                    <a:pt x="16824" y="135293"/>
                  </a:lnTo>
                  <a:lnTo>
                    <a:pt x="61018" y="150958"/>
                  </a:lnTo>
                  <a:lnTo>
                    <a:pt x="118317" y="159593"/>
                  </a:lnTo>
                  <a:lnTo>
                    <a:pt x="150018" y="160734"/>
                  </a:lnTo>
                  <a:lnTo>
                    <a:pt x="300037" y="160734"/>
                  </a:lnTo>
                  <a:lnTo>
                    <a:pt x="300037" y="192881"/>
                  </a:lnTo>
                  <a:lnTo>
                    <a:pt x="288247" y="213741"/>
                  </a:lnTo>
                  <a:lnTo>
                    <a:pt x="256095" y="230771"/>
                  </a:lnTo>
                  <a:lnTo>
                    <a:pt x="208409" y="242250"/>
                  </a:lnTo>
                  <a:lnTo>
                    <a:pt x="150018" y="246459"/>
                  </a:lnTo>
                  <a:close/>
                </a:path>
                <a:path w="300354" h="342900">
                  <a:moveTo>
                    <a:pt x="300037" y="160734"/>
                  </a:moveTo>
                  <a:lnTo>
                    <a:pt x="150018" y="160734"/>
                  </a:lnTo>
                  <a:lnTo>
                    <a:pt x="181719" y="159593"/>
                  </a:lnTo>
                  <a:lnTo>
                    <a:pt x="211600" y="156280"/>
                  </a:lnTo>
                  <a:lnTo>
                    <a:pt x="263336" y="143790"/>
                  </a:lnTo>
                  <a:lnTo>
                    <a:pt x="300037" y="124636"/>
                  </a:lnTo>
                  <a:lnTo>
                    <a:pt x="300037" y="160734"/>
                  </a:lnTo>
                  <a:close/>
                </a:path>
                <a:path w="300354" h="342900">
                  <a:moveTo>
                    <a:pt x="150018" y="342899"/>
                  </a:moveTo>
                  <a:lnTo>
                    <a:pt x="91628" y="338691"/>
                  </a:lnTo>
                  <a:lnTo>
                    <a:pt x="43942" y="327211"/>
                  </a:lnTo>
                  <a:lnTo>
                    <a:pt x="11790" y="310181"/>
                  </a:lnTo>
                  <a:lnTo>
                    <a:pt x="0" y="289321"/>
                  </a:lnTo>
                  <a:lnTo>
                    <a:pt x="0" y="231792"/>
                  </a:lnTo>
                  <a:lnTo>
                    <a:pt x="7945" y="237394"/>
                  </a:lnTo>
                  <a:lnTo>
                    <a:pt x="16824" y="242449"/>
                  </a:lnTo>
                  <a:lnTo>
                    <a:pt x="61018" y="258114"/>
                  </a:lnTo>
                  <a:lnTo>
                    <a:pt x="118317" y="266749"/>
                  </a:lnTo>
                  <a:lnTo>
                    <a:pt x="150018" y="267890"/>
                  </a:lnTo>
                  <a:lnTo>
                    <a:pt x="300037" y="267890"/>
                  </a:lnTo>
                  <a:lnTo>
                    <a:pt x="300037" y="289321"/>
                  </a:lnTo>
                  <a:lnTo>
                    <a:pt x="288247" y="310181"/>
                  </a:lnTo>
                  <a:lnTo>
                    <a:pt x="256095" y="327211"/>
                  </a:lnTo>
                  <a:lnTo>
                    <a:pt x="208409" y="338691"/>
                  </a:lnTo>
                  <a:lnTo>
                    <a:pt x="150018" y="342899"/>
                  </a:lnTo>
                  <a:close/>
                </a:path>
                <a:path w="300354" h="342900">
                  <a:moveTo>
                    <a:pt x="300037" y="267890"/>
                  </a:moveTo>
                  <a:lnTo>
                    <a:pt x="150018" y="267890"/>
                  </a:lnTo>
                  <a:lnTo>
                    <a:pt x="181719" y="266749"/>
                  </a:lnTo>
                  <a:lnTo>
                    <a:pt x="211600" y="263436"/>
                  </a:lnTo>
                  <a:lnTo>
                    <a:pt x="263336" y="250946"/>
                  </a:lnTo>
                  <a:lnTo>
                    <a:pt x="300037" y="231792"/>
                  </a:lnTo>
                  <a:lnTo>
                    <a:pt x="300037" y="267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200951" y="5644520"/>
            <a:ext cx="5842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5" dirty="0">
                <a:solidFill>
                  <a:srgbClr val="FFFFFF"/>
                </a:solidFill>
                <a:latin typeface="Lucida Sans"/>
                <a:cs typeface="Lucida Sans"/>
              </a:rPr>
              <a:t>FAISS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78726" y="5993104"/>
            <a:ext cx="142875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670" algn="just">
              <a:lnSpc>
                <a:spcPct val="115399"/>
              </a:lnSpc>
              <a:spcBef>
                <a:spcPts val="95"/>
              </a:spcBef>
            </a:pPr>
            <a:r>
              <a:rPr sz="1300" spc="-40" dirty="0">
                <a:solidFill>
                  <a:srgbClr val="A0A0A0"/>
                </a:solidFill>
                <a:latin typeface="Lucida Sans"/>
                <a:cs typeface="Lucida Sans"/>
              </a:rPr>
              <a:t>Vector</a:t>
            </a:r>
            <a:r>
              <a:rPr sz="1300" spc="-5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45" dirty="0">
                <a:solidFill>
                  <a:srgbClr val="A0A0A0"/>
                </a:solidFill>
                <a:latin typeface="Lucida Sans"/>
                <a:cs typeface="Lucida Sans"/>
              </a:rPr>
              <a:t>storage</a:t>
            </a:r>
            <a:r>
              <a:rPr sz="1300" spc="-5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25" dirty="0">
                <a:solidFill>
                  <a:srgbClr val="A0A0A0"/>
                </a:solidFill>
                <a:latin typeface="Lucida Sans"/>
                <a:cs typeface="Lucida Sans"/>
              </a:rPr>
              <a:t>for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high-</a:t>
            </a:r>
            <a:r>
              <a:rPr sz="1300" spc="-25" dirty="0">
                <a:solidFill>
                  <a:srgbClr val="A0A0A0"/>
                </a:solidFill>
                <a:latin typeface="Lucida Sans"/>
                <a:cs typeface="Lucida Sans"/>
              </a:rPr>
              <a:t>performance </a:t>
            </a:r>
            <a:r>
              <a:rPr sz="1300" spc="-50" dirty="0">
                <a:solidFill>
                  <a:srgbClr val="A0A0A0"/>
                </a:solidFill>
                <a:latin typeface="Lucida Sans"/>
                <a:cs typeface="Lucida Sans"/>
              </a:rPr>
              <a:t>similarity</a:t>
            </a:r>
            <a:r>
              <a:rPr sz="1300" spc="-25" dirty="0">
                <a:solidFill>
                  <a:srgbClr val="A0A0A0"/>
                </a:solidFill>
                <a:latin typeface="Lucida Sans"/>
                <a:cs typeface="Lucida Sans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Lucida Sans"/>
                <a:cs typeface="Lucida Sans"/>
              </a:rPr>
              <a:t>search</a:t>
            </a:r>
            <a:endParaRPr sz="1300">
              <a:latin typeface="Lucida Sans"/>
              <a:cs typeface="Lucida San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14749" y="2828924"/>
            <a:ext cx="6934199" cy="4095749"/>
            <a:chOff x="3714749" y="2828924"/>
            <a:chExt cx="6934199" cy="4095749"/>
          </a:xfrm>
        </p:grpSpPr>
        <p:sp>
          <p:nvSpPr>
            <p:cNvPr id="28" name="object 28"/>
            <p:cNvSpPr/>
            <p:nvPr/>
          </p:nvSpPr>
          <p:spPr>
            <a:xfrm>
              <a:off x="3714749" y="2914649"/>
              <a:ext cx="571500" cy="57150"/>
            </a:xfrm>
            <a:custGeom>
              <a:avLst/>
              <a:gdLst/>
              <a:ahLst/>
              <a:cxnLst/>
              <a:rect l="l" t="t" r="r" b="b"/>
              <a:pathLst>
                <a:path w="571500" h="57150">
                  <a:moveTo>
                    <a:pt x="5714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81474" y="2828924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05749" y="2914649"/>
              <a:ext cx="571500" cy="57150"/>
            </a:xfrm>
            <a:custGeom>
              <a:avLst/>
              <a:gdLst/>
              <a:ahLst/>
              <a:cxnLst/>
              <a:rect l="l" t="t" r="r" b="b"/>
              <a:pathLst>
                <a:path w="571500" h="57150">
                  <a:moveTo>
                    <a:pt x="57149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571499" y="0"/>
                  </a:lnTo>
                  <a:lnTo>
                    <a:pt x="57149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72474" y="2828924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599" y="6791324"/>
              <a:ext cx="133349" cy="1333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781925"/>
          </a:xfrm>
          <a:custGeom>
            <a:avLst/>
            <a:gdLst/>
            <a:ahLst/>
            <a:cxnLst/>
            <a:rect l="l" t="t" r="r" b="b"/>
            <a:pathLst>
              <a:path w="12192000" h="7781925">
                <a:moveTo>
                  <a:pt x="12191999" y="7781924"/>
                </a:moveTo>
                <a:lnTo>
                  <a:pt x="0" y="77819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781924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1114424"/>
            <a:ext cx="9524999" cy="65055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51609" y="463946"/>
            <a:ext cx="468884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50" spc="-145" dirty="0">
                <a:latin typeface="Tahoma"/>
                <a:cs typeface="Tahoma"/>
              </a:rPr>
              <a:t>Battle-Tested</a:t>
            </a:r>
            <a:r>
              <a:rPr sz="3950" spc="-65" dirty="0">
                <a:latin typeface="Tahoma"/>
                <a:cs typeface="Tahoma"/>
              </a:rPr>
              <a:t> </a:t>
            </a:r>
            <a:r>
              <a:rPr sz="3950" spc="-60" dirty="0">
                <a:latin typeface="Tahoma"/>
                <a:cs typeface="Tahoma"/>
              </a:rPr>
              <a:t>Stack</a:t>
            </a:r>
            <a:endParaRPr sz="39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33499" y="2143124"/>
            <a:ext cx="9525000" cy="4019550"/>
            <a:chOff x="1333499" y="2143124"/>
            <a:chExt cx="9525000" cy="4019550"/>
          </a:xfrm>
        </p:grpSpPr>
        <p:sp>
          <p:nvSpPr>
            <p:cNvPr id="6" name="object 6"/>
            <p:cNvSpPr/>
            <p:nvPr/>
          </p:nvSpPr>
          <p:spPr>
            <a:xfrm>
              <a:off x="1333499" y="2143124"/>
              <a:ext cx="9525000" cy="19050"/>
            </a:xfrm>
            <a:custGeom>
              <a:avLst/>
              <a:gdLst/>
              <a:ahLst/>
              <a:cxnLst/>
              <a:rect l="l" t="t" r="r" b="b"/>
              <a:pathLst>
                <a:path w="9525000" h="19050">
                  <a:moveTo>
                    <a:pt x="9524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9524999" y="0"/>
                  </a:lnTo>
                  <a:lnTo>
                    <a:pt x="9524999" y="19049"/>
                  </a:lnTo>
                  <a:close/>
                </a:path>
              </a:pathLst>
            </a:custGeom>
            <a:solidFill>
              <a:srgbClr val="00C8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3487" y="3000386"/>
              <a:ext cx="9525000" cy="3162300"/>
            </a:xfrm>
            <a:custGeom>
              <a:avLst/>
              <a:gdLst/>
              <a:ahLst/>
              <a:cxnLst/>
              <a:rect l="l" t="t" r="r" b="b"/>
              <a:pathLst>
                <a:path w="9525000" h="3162300">
                  <a:moveTo>
                    <a:pt x="9525000" y="3152762"/>
                  </a:moveTo>
                  <a:lnTo>
                    <a:pt x="0" y="3152762"/>
                  </a:lnTo>
                  <a:lnTo>
                    <a:pt x="0" y="3162287"/>
                  </a:lnTo>
                  <a:lnTo>
                    <a:pt x="9525000" y="3162287"/>
                  </a:lnTo>
                  <a:lnTo>
                    <a:pt x="9525000" y="3152762"/>
                  </a:lnTo>
                  <a:close/>
                </a:path>
                <a:path w="9525000" h="3162300">
                  <a:moveTo>
                    <a:pt x="9525000" y="2305037"/>
                  </a:moveTo>
                  <a:lnTo>
                    <a:pt x="0" y="2305037"/>
                  </a:lnTo>
                  <a:lnTo>
                    <a:pt x="0" y="2314562"/>
                  </a:lnTo>
                  <a:lnTo>
                    <a:pt x="9525000" y="2314562"/>
                  </a:lnTo>
                  <a:lnTo>
                    <a:pt x="9525000" y="2305037"/>
                  </a:lnTo>
                  <a:close/>
                </a:path>
                <a:path w="9525000" h="3162300">
                  <a:moveTo>
                    <a:pt x="9525000" y="1152525"/>
                  </a:moveTo>
                  <a:lnTo>
                    <a:pt x="0" y="1152525"/>
                  </a:lnTo>
                  <a:lnTo>
                    <a:pt x="0" y="1162050"/>
                  </a:lnTo>
                  <a:lnTo>
                    <a:pt x="9525000" y="1162050"/>
                  </a:lnTo>
                  <a:lnTo>
                    <a:pt x="9525000" y="1152525"/>
                  </a:lnTo>
                  <a:close/>
                </a:path>
                <a:path w="9525000" h="3162300">
                  <a:moveTo>
                    <a:pt x="9525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000" y="9525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999" y="2479674"/>
              <a:ext cx="228600" cy="203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2328868"/>
              <a:ext cx="228600" cy="1993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4575" y="2619374"/>
              <a:ext cx="171450" cy="228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0" y="3481387"/>
              <a:ext cx="228600" cy="2000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23369" y="3161094"/>
              <a:ext cx="173861" cy="2310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10308" y="3481387"/>
              <a:ext cx="199900" cy="200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464" y="3771928"/>
              <a:ext cx="229100" cy="2290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4000" y="4619625"/>
              <a:ext cx="228600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02368" y="4345306"/>
              <a:ext cx="215860" cy="16763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11299" y="1670628"/>
            <a:ext cx="62547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Layer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83299" y="1670628"/>
            <a:ext cx="121475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Tech</a:t>
            </a:r>
            <a:r>
              <a:rPr sz="18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Stack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35150" y="2436564"/>
            <a:ext cx="21590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spc="-25" dirty="0">
                <a:solidFill>
                  <a:srgbClr val="00C8FF"/>
                </a:solidFill>
                <a:latin typeface="Lucida Sans"/>
                <a:cs typeface="Lucida Sans"/>
              </a:rPr>
              <a:t>UI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07149" y="2295651"/>
            <a:ext cx="464184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35" dirty="0">
                <a:solidFill>
                  <a:srgbClr val="FFFFFF"/>
                </a:solidFill>
                <a:latin typeface="Verdana"/>
                <a:cs typeface="Verdana"/>
              </a:rPr>
              <a:t>React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07149" y="2600451"/>
            <a:ext cx="1384935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45" dirty="0">
                <a:solidFill>
                  <a:srgbClr val="FFFFFF"/>
                </a:solidFill>
                <a:latin typeface="Verdana"/>
                <a:cs typeface="Verdana"/>
              </a:rPr>
              <a:t>Lottie</a:t>
            </a:r>
            <a:r>
              <a:rPr sz="13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FFFFFF"/>
                </a:solidFill>
                <a:latin typeface="Verdana"/>
                <a:cs typeface="Verdana"/>
              </a:rPr>
              <a:t>Animations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35150" y="3436689"/>
            <a:ext cx="80645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spc="-10" dirty="0">
                <a:solidFill>
                  <a:srgbClr val="00C8FF"/>
                </a:solidFill>
                <a:latin typeface="Lucida Sans"/>
                <a:cs typeface="Lucida Sans"/>
              </a:rPr>
              <a:t>Backend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07149" y="3143376"/>
            <a:ext cx="605155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55" dirty="0">
                <a:solidFill>
                  <a:srgbClr val="FFFFFF"/>
                </a:solidFill>
                <a:latin typeface="Verdana"/>
                <a:cs typeface="Verdana"/>
              </a:rPr>
              <a:t>FastAPI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7149" y="3448176"/>
            <a:ext cx="84836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35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13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320" dirty="0">
                <a:solidFill>
                  <a:srgbClr val="FFFFFF"/>
                </a:solidFill>
                <a:latin typeface="Verdana"/>
                <a:cs typeface="Verdana"/>
              </a:rPr>
              <a:t>3.11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35150" y="4589214"/>
            <a:ext cx="208915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spc="-25" dirty="0">
                <a:solidFill>
                  <a:srgbClr val="00C8FF"/>
                </a:solidFill>
                <a:latin typeface="Lucida Sans"/>
                <a:cs typeface="Lucida Sans"/>
              </a:rPr>
              <a:t>AI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7149" y="3752976"/>
            <a:ext cx="857885" cy="770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solidFill>
                  <a:srgbClr val="FFFFFF"/>
                </a:solidFill>
                <a:latin typeface="Verdana"/>
                <a:cs typeface="Verdana"/>
              </a:rPr>
              <a:t>Uvicorn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spc="-35" dirty="0">
                <a:solidFill>
                  <a:srgbClr val="FFFFFF"/>
                </a:solidFill>
                <a:latin typeface="Verdana"/>
                <a:cs typeface="Verdana"/>
              </a:rPr>
              <a:t>LangChain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96000" y="4619625"/>
            <a:ext cx="2124075" cy="228600"/>
            <a:chOff x="6096000" y="4619625"/>
            <a:chExt cx="2124075" cy="228600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6000" y="4619625"/>
              <a:ext cx="228600" cy="228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524748" y="4629149"/>
              <a:ext cx="695325" cy="209550"/>
            </a:xfrm>
            <a:custGeom>
              <a:avLst/>
              <a:gdLst/>
              <a:ahLst/>
              <a:cxnLst/>
              <a:rect l="l" t="t" r="r" b="b"/>
              <a:pathLst>
                <a:path w="695325" h="209550">
                  <a:moveTo>
                    <a:pt x="606329" y="209549"/>
                  </a:moveTo>
                  <a:lnTo>
                    <a:pt x="88995" y="209549"/>
                  </a:lnTo>
                  <a:lnTo>
                    <a:pt x="82801" y="208939"/>
                  </a:lnTo>
                  <a:lnTo>
                    <a:pt x="37130" y="190021"/>
                  </a:lnTo>
                  <a:lnTo>
                    <a:pt x="9643" y="156527"/>
                  </a:lnTo>
                  <a:lnTo>
                    <a:pt x="0" y="120554"/>
                  </a:lnTo>
                  <a:lnTo>
                    <a:pt x="0" y="11429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606329" y="0"/>
                  </a:lnTo>
                  <a:lnTo>
                    <a:pt x="647792" y="12578"/>
                  </a:lnTo>
                  <a:lnTo>
                    <a:pt x="682746" y="47531"/>
                  </a:lnTo>
                  <a:lnTo>
                    <a:pt x="695324" y="88995"/>
                  </a:lnTo>
                  <a:lnTo>
                    <a:pt x="695324" y="120554"/>
                  </a:lnTo>
                  <a:lnTo>
                    <a:pt x="682746" y="162017"/>
                  </a:lnTo>
                  <a:lnTo>
                    <a:pt x="647791" y="196971"/>
                  </a:lnTo>
                  <a:lnTo>
                    <a:pt x="612523" y="208939"/>
                  </a:lnTo>
                  <a:lnTo>
                    <a:pt x="606329" y="209549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07149" y="4600701"/>
            <a:ext cx="1054735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60" dirty="0">
                <a:solidFill>
                  <a:srgbClr val="FFFFFF"/>
                </a:solidFill>
                <a:latin typeface="Verdana"/>
                <a:cs typeface="Verdana"/>
              </a:rPr>
              <a:t>Groq</a:t>
            </a:r>
            <a:r>
              <a:rPr sz="13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FFFFFF"/>
                </a:solidFill>
                <a:latin typeface="Verdana"/>
                <a:cs typeface="Verdana"/>
              </a:rPr>
              <a:t>Llama-</a:t>
            </a:r>
            <a:r>
              <a:rPr sz="1300" spc="-7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88845" y="4633213"/>
            <a:ext cx="56705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30" dirty="0">
                <a:solidFill>
                  <a:srgbClr val="FFFFFF"/>
                </a:solidFill>
                <a:latin typeface="Lucida Sans"/>
                <a:cs typeface="Lucida Sans"/>
              </a:rPr>
              <a:t>Inference</a:t>
            </a:r>
            <a:endParaRPr sz="1000">
              <a:latin typeface="Lucida Sans"/>
              <a:cs typeface="Lucida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538287" y="4938712"/>
            <a:ext cx="6243955" cy="909955"/>
            <a:chOff x="1538287" y="4938712"/>
            <a:chExt cx="6243955" cy="909955"/>
          </a:xfrm>
        </p:grpSpPr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10287" y="4938712"/>
              <a:ext cx="200025" cy="2000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8287" y="5619749"/>
              <a:ext cx="200025" cy="2286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334248" y="5476874"/>
              <a:ext cx="447675" cy="209550"/>
            </a:xfrm>
            <a:custGeom>
              <a:avLst/>
              <a:gdLst/>
              <a:ahLst/>
              <a:cxnLst/>
              <a:rect l="l" t="t" r="r" b="b"/>
              <a:pathLst>
                <a:path w="447675" h="209550">
                  <a:moveTo>
                    <a:pt x="358679" y="209549"/>
                  </a:moveTo>
                  <a:lnTo>
                    <a:pt x="88995" y="209549"/>
                  </a:lnTo>
                  <a:lnTo>
                    <a:pt x="82801" y="208939"/>
                  </a:lnTo>
                  <a:lnTo>
                    <a:pt x="37130" y="190021"/>
                  </a:lnTo>
                  <a:lnTo>
                    <a:pt x="9643" y="156527"/>
                  </a:lnTo>
                  <a:lnTo>
                    <a:pt x="0" y="120553"/>
                  </a:lnTo>
                  <a:lnTo>
                    <a:pt x="0" y="114299"/>
                  </a:lnTo>
                  <a:lnTo>
                    <a:pt x="0" y="88995"/>
                  </a:lnTo>
                  <a:lnTo>
                    <a:pt x="12577" y="47530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58679" y="0"/>
                  </a:lnTo>
                  <a:lnTo>
                    <a:pt x="400142" y="12577"/>
                  </a:lnTo>
                  <a:lnTo>
                    <a:pt x="435097" y="47530"/>
                  </a:lnTo>
                  <a:lnTo>
                    <a:pt x="447674" y="88995"/>
                  </a:lnTo>
                  <a:lnTo>
                    <a:pt x="447674" y="120553"/>
                  </a:lnTo>
                  <a:lnTo>
                    <a:pt x="435097" y="162016"/>
                  </a:lnTo>
                  <a:lnTo>
                    <a:pt x="400142" y="196971"/>
                  </a:lnTo>
                  <a:lnTo>
                    <a:pt x="364872" y="208939"/>
                  </a:lnTo>
                  <a:lnTo>
                    <a:pt x="358679" y="209549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07149" y="4905501"/>
            <a:ext cx="205740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solidFill>
                  <a:srgbClr val="FFFFFF"/>
                </a:solidFill>
                <a:latin typeface="Verdana"/>
                <a:cs typeface="Verdana"/>
              </a:rPr>
              <a:t>HuggingFaceEmbeddings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35150" y="5589339"/>
            <a:ext cx="70866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spc="-40" dirty="0">
                <a:solidFill>
                  <a:srgbClr val="00C8FF"/>
                </a:solidFill>
                <a:latin typeface="Lucida Sans"/>
                <a:cs typeface="Lucida Sans"/>
              </a:rPr>
              <a:t>Storage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110287" y="5481649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95808" y="104203"/>
                </a:moveTo>
                <a:lnTo>
                  <a:pt x="0" y="104203"/>
                </a:lnTo>
                <a:lnTo>
                  <a:pt x="0" y="200025"/>
                </a:lnTo>
                <a:lnTo>
                  <a:pt x="95808" y="200025"/>
                </a:lnTo>
                <a:lnTo>
                  <a:pt x="95808" y="104203"/>
                </a:lnTo>
                <a:close/>
              </a:path>
              <a:path w="200025" h="200025">
                <a:moveTo>
                  <a:pt x="95808" y="0"/>
                </a:moveTo>
                <a:lnTo>
                  <a:pt x="0" y="0"/>
                </a:lnTo>
                <a:lnTo>
                  <a:pt x="0" y="95808"/>
                </a:lnTo>
                <a:lnTo>
                  <a:pt x="95808" y="95808"/>
                </a:lnTo>
                <a:lnTo>
                  <a:pt x="95808" y="0"/>
                </a:lnTo>
                <a:close/>
              </a:path>
              <a:path w="200025" h="200025">
                <a:moveTo>
                  <a:pt x="200025" y="104203"/>
                </a:moveTo>
                <a:lnTo>
                  <a:pt x="104203" y="104203"/>
                </a:lnTo>
                <a:lnTo>
                  <a:pt x="104203" y="200025"/>
                </a:lnTo>
                <a:lnTo>
                  <a:pt x="200025" y="200025"/>
                </a:lnTo>
                <a:lnTo>
                  <a:pt x="200025" y="104203"/>
                </a:lnTo>
                <a:close/>
              </a:path>
              <a:path w="200025" h="200025">
                <a:moveTo>
                  <a:pt x="200025" y="0"/>
                </a:moveTo>
                <a:lnTo>
                  <a:pt x="104203" y="0"/>
                </a:lnTo>
                <a:lnTo>
                  <a:pt x="104203" y="95808"/>
                </a:lnTo>
                <a:lnTo>
                  <a:pt x="200025" y="95808"/>
                </a:lnTo>
                <a:lnTo>
                  <a:pt x="200025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407149" y="5448426"/>
            <a:ext cx="86106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65" dirty="0">
                <a:solidFill>
                  <a:srgbClr val="FFFFFF"/>
                </a:solidFill>
                <a:latin typeface="Verdana"/>
                <a:cs typeface="Verdana"/>
              </a:rPr>
              <a:t>Azure</a:t>
            </a:r>
            <a:r>
              <a:rPr sz="13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Verdana"/>
                <a:cs typeface="Verdana"/>
              </a:rPr>
              <a:t>Blob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95071" y="5480938"/>
            <a:ext cx="32829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20" dirty="0">
                <a:solidFill>
                  <a:srgbClr val="FFFFFF"/>
                </a:solidFill>
                <a:latin typeface="Lucida Sans"/>
                <a:cs typeface="Lucida Sans"/>
              </a:rPr>
              <a:t>PDFs</a:t>
            </a:r>
            <a:endParaRPr sz="1000">
              <a:latin typeface="Lucida Sans"/>
              <a:cs typeface="Lucida San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96000" y="5781674"/>
            <a:ext cx="1409700" cy="209550"/>
            <a:chOff x="6096000" y="5781674"/>
            <a:chExt cx="1409700" cy="20955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96000" y="5797549"/>
              <a:ext cx="228600" cy="1778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934198" y="5781674"/>
              <a:ext cx="571500" cy="209550"/>
            </a:xfrm>
            <a:custGeom>
              <a:avLst/>
              <a:gdLst/>
              <a:ahLst/>
              <a:cxnLst/>
              <a:rect l="l" t="t" r="r" b="b"/>
              <a:pathLst>
                <a:path w="571500" h="209550">
                  <a:moveTo>
                    <a:pt x="482504" y="209549"/>
                  </a:moveTo>
                  <a:lnTo>
                    <a:pt x="88996" y="209549"/>
                  </a:lnTo>
                  <a:lnTo>
                    <a:pt x="82801" y="208939"/>
                  </a:lnTo>
                  <a:lnTo>
                    <a:pt x="37131" y="190022"/>
                  </a:lnTo>
                  <a:lnTo>
                    <a:pt x="9643" y="156528"/>
                  </a:lnTo>
                  <a:lnTo>
                    <a:pt x="0" y="120553"/>
                  </a:lnTo>
                  <a:lnTo>
                    <a:pt x="0" y="1142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482504" y="0"/>
                  </a:lnTo>
                  <a:lnTo>
                    <a:pt x="523967" y="12577"/>
                  </a:lnTo>
                  <a:lnTo>
                    <a:pt x="558921" y="47531"/>
                  </a:lnTo>
                  <a:lnTo>
                    <a:pt x="571499" y="88995"/>
                  </a:lnTo>
                  <a:lnTo>
                    <a:pt x="571499" y="120553"/>
                  </a:lnTo>
                  <a:lnTo>
                    <a:pt x="558921" y="162016"/>
                  </a:lnTo>
                  <a:lnTo>
                    <a:pt x="523967" y="196971"/>
                  </a:lnTo>
                  <a:lnTo>
                    <a:pt x="488698" y="208939"/>
                  </a:lnTo>
                  <a:lnTo>
                    <a:pt x="482504" y="209549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07149" y="5753226"/>
            <a:ext cx="45974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5" dirty="0">
                <a:solidFill>
                  <a:srgbClr val="FFFFFF"/>
                </a:solidFill>
                <a:latin typeface="Verdana"/>
                <a:cs typeface="Verdana"/>
              </a:rPr>
              <a:t>FAISS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93830" y="5785738"/>
            <a:ext cx="45085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40" dirty="0">
                <a:solidFill>
                  <a:srgbClr val="FFFFFF"/>
                </a:solidFill>
                <a:latin typeface="Lucida Sans"/>
                <a:cs typeface="Lucida Sans"/>
              </a:rPr>
              <a:t>Vectors</a:t>
            </a:r>
            <a:endParaRPr sz="1000">
              <a:latin typeface="Lucida Sans"/>
              <a:cs typeface="Lucida San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524571" y="6349364"/>
            <a:ext cx="7400925" cy="794385"/>
            <a:chOff x="1524571" y="6349364"/>
            <a:chExt cx="7400925" cy="794385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4571" y="6645592"/>
              <a:ext cx="225032" cy="17937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96082" y="6349364"/>
              <a:ext cx="228516" cy="16005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9571" y="6623446"/>
              <a:ext cx="221456" cy="21667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95999" y="6958964"/>
              <a:ext cx="228600" cy="16002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153398" y="6934199"/>
              <a:ext cx="771525" cy="209550"/>
            </a:xfrm>
            <a:custGeom>
              <a:avLst/>
              <a:gdLst/>
              <a:ahLst/>
              <a:cxnLst/>
              <a:rect l="l" t="t" r="r" b="b"/>
              <a:pathLst>
                <a:path w="771525" h="209550">
                  <a:moveTo>
                    <a:pt x="682529" y="209549"/>
                  </a:moveTo>
                  <a:lnTo>
                    <a:pt x="88996" y="209549"/>
                  </a:lnTo>
                  <a:lnTo>
                    <a:pt x="82801" y="208939"/>
                  </a:lnTo>
                  <a:lnTo>
                    <a:pt x="37132" y="190022"/>
                  </a:lnTo>
                  <a:lnTo>
                    <a:pt x="9643" y="156528"/>
                  </a:lnTo>
                  <a:lnTo>
                    <a:pt x="0" y="120553"/>
                  </a:lnTo>
                  <a:lnTo>
                    <a:pt x="0" y="114299"/>
                  </a:lnTo>
                  <a:lnTo>
                    <a:pt x="0" y="88995"/>
                  </a:lnTo>
                  <a:lnTo>
                    <a:pt x="12577" y="47530"/>
                  </a:lnTo>
                  <a:lnTo>
                    <a:pt x="47532" y="12577"/>
                  </a:lnTo>
                  <a:lnTo>
                    <a:pt x="88996" y="0"/>
                  </a:lnTo>
                  <a:lnTo>
                    <a:pt x="682529" y="0"/>
                  </a:lnTo>
                  <a:lnTo>
                    <a:pt x="723992" y="12577"/>
                  </a:lnTo>
                  <a:lnTo>
                    <a:pt x="758946" y="47530"/>
                  </a:lnTo>
                  <a:lnTo>
                    <a:pt x="771524" y="88995"/>
                  </a:lnTo>
                  <a:lnTo>
                    <a:pt x="771524" y="120553"/>
                  </a:lnTo>
                  <a:lnTo>
                    <a:pt x="758946" y="162017"/>
                  </a:lnTo>
                  <a:lnTo>
                    <a:pt x="723992" y="196971"/>
                  </a:lnTo>
                  <a:lnTo>
                    <a:pt x="688723" y="208939"/>
                  </a:lnTo>
                  <a:lnTo>
                    <a:pt x="682529" y="209549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35150" y="6589463"/>
            <a:ext cx="720725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spc="-60" dirty="0">
                <a:solidFill>
                  <a:srgbClr val="00C8FF"/>
                </a:solidFill>
                <a:latin typeface="Lucida Sans"/>
                <a:cs typeface="Lucida Sans"/>
              </a:rPr>
              <a:t>DevOps</a:t>
            </a:r>
            <a:endParaRPr sz="1450">
              <a:latin typeface="Lucida Sans"/>
              <a:cs typeface="Lucida San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07149" y="6296151"/>
            <a:ext cx="57277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40" dirty="0">
                <a:solidFill>
                  <a:srgbClr val="FFFFFF"/>
                </a:solidFill>
                <a:latin typeface="Verdana"/>
                <a:cs typeface="Verdana"/>
              </a:rPr>
              <a:t>Docker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07149" y="6600951"/>
            <a:ext cx="1185545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40" dirty="0">
                <a:solidFill>
                  <a:srgbClr val="FFFFFF"/>
                </a:solidFill>
                <a:latin typeface="Verdana"/>
                <a:cs typeface="Verdana"/>
              </a:rPr>
              <a:t>GitHub</a:t>
            </a:r>
            <a:r>
              <a:rPr sz="13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Verdana"/>
                <a:cs typeface="Verdana"/>
              </a:rPr>
              <a:t>Actions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07149" y="6905751"/>
            <a:ext cx="1685925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65" dirty="0">
                <a:solidFill>
                  <a:srgbClr val="FFFFFF"/>
                </a:solidFill>
                <a:latin typeface="Verdana"/>
                <a:cs typeface="Verdana"/>
              </a:rPr>
              <a:t>Azure</a:t>
            </a:r>
            <a:r>
              <a:rPr sz="13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FFFFFF"/>
                </a:solidFill>
                <a:latin typeface="Verdana"/>
                <a:cs typeface="Verdana"/>
              </a:rPr>
              <a:t>Container</a:t>
            </a:r>
            <a:r>
              <a:rPr sz="13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Verdana"/>
                <a:cs typeface="Verdana"/>
              </a:rPr>
              <a:t>Apps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19578" y="6938263"/>
            <a:ext cx="64389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40" dirty="0">
                <a:solidFill>
                  <a:srgbClr val="FFFFFF"/>
                </a:solidFill>
                <a:latin typeface="Lucida Sans"/>
                <a:cs typeface="Lucida Sans"/>
              </a:rPr>
              <a:t>Auto-</a:t>
            </a:r>
            <a:r>
              <a:rPr sz="1000" spc="-10" dirty="0">
                <a:solidFill>
                  <a:srgbClr val="FFFFFF"/>
                </a:solidFill>
                <a:latin typeface="Lucida Sans"/>
                <a:cs typeface="Lucida Sans"/>
              </a:rPr>
              <a:t>Scale</a:t>
            </a:r>
            <a:endParaRPr sz="1000">
              <a:latin typeface="Lucida Sans"/>
              <a:cs typeface="Lucida San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401299" y="7267575"/>
            <a:ext cx="1600200" cy="323850"/>
            <a:chOff x="10401299" y="7267575"/>
            <a:chExt cx="1600200" cy="323850"/>
          </a:xfrm>
        </p:grpSpPr>
        <p:sp>
          <p:nvSpPr>
            <p:cNvPr id="58" name="object 58"/>
            <p:cNvSpPr/>
            <p:nvPr/>
          </p:nvSpPr>
          <p:spPr>
            <a:xfrm>
              <a:off x="10401299" y="7267575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15599" y="7362824"/>
              <a:ext cx="133349" cy="133349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0689232" y="7369517"/>
            <a:ext cx="1210945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25" dirty="0">
                <a:solidFill>
                  <a:srgbClr val="FFFFFF"/>
                </a:solidFill>
                <a:latin typeface="Lucida Sans"/>
                <a:cs typeface="Lucida Sans"/>
              </a:rPr>
              <a:t>Made</a:t>
            </a:r>
            <a:r>
              <a:rPr sz="1000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Lucida Sans"/>
                <a:cs typeface="Lucida Sans"/>
              </a:rPr>
              <a:t>with</a:t>
            </a:r>
            <a:r>
              <a:rPr sz="1000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Lucida Sans"/>
                <a:cs typeface="Lucida Sans"/>
              </a:rPr>
              <a:t>Genspark</a:t>
            </a:r>
            <a:endParaRPr sz="1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499" y="571500"/>
            <a:ext cx="5714999" cy="5714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68425">
              <a:lnSpc>
                <a:spcPct val="100000"/>
              </a:lnSpc>
              <a:spcBef>
                <a:spcPts val="120"/>
              </a:spcBef>
            </a:pPr>
            <a:r>
              <a:rPr sz="3950" b="1" spc="-135" dirty="0">
                <a:latin typeface="Lucida Sans"/>
                <a:cs typeface="Lucida Sans"/>
              </a:rPr>
              <a:t>Chatbot</a:t>
            </a:r>
            <a:r>
              <a:rPr sz="3950" b="1" spc="-225" dirty="0">
                <a:latin typeface="Lucida Sans"/>
                <a:cs typeface="Lucida Sans"/>
              </a:rPr>
              <a:t> </a:t>
            </a:r>
            <a:r>
              <a:rPr sz="3950" b="1" spc="-325" dirty="0">
                <a:latin typeface="Lucida Sans"/>
                <a:cs typeface="Lucida Sans"/>
              </a:rPr>
              <a:t>&amp;</a:t>
            </a:r>
            <a:r>
              <a:rPr sz="3950" b="1" spc="-220" dirty="0">
                <a:latin typeface="Lucida Sans"/>
                <a:cs typeface="Lucida Sans"/>
              </a:rPr>
              <a:t> </a:t>
            </a:r>
            <a:r>
              <a:rPr sz="3950" b="1" spc="-110" dirty="0">
                <a:latin typeface="Lucida Sans"/>
                <a:cs typeface="Lucida Sans"/>
              </a:rPr>
              <a:t>Memory</a:t>
            </a:r>
            <a:endParaRPr sz="39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9674" y="1638299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761999" y="952499"/>
                </a:moveTo>
                <a:lnTo>
                  <a:pt x="190499" y="952499"/>
                </a:lnTo>
                <a:lnTo>
                  <a:pt x="181141" y="952270"/>
                </a:lnTo>
                <a:lnTo>
                  <a:pt x="135199" y="944298"/>
                </a:lnTo>
                <a:lnTo>
                  <a:pt x="92572" y="925403"/>
                </a:lnTo>
                <a:lnTo>
                  <a:pt x="55796" y="896703"/>
                </a:lnTo>
                <a:lnTo>
                  <a:pt x="27095" y="859926"/>
                </a:lnTo>
                <a:lnTo>
                  <a:pt x="8200" y="817299"/>
                </a:lnTo>
                <a:lnTo>
                  <a:pt x="228" y="771358"/>
                </a:lnTo>
                <a:lnTo>
                  <a:pt x="0" y="761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1" y="100697"/>
                </a:lnTo>
                <a:lnTo>
                  <a:pt x="49340" y="62575"/>
                </a:lnTo>
                <a:lnTo>
                  <a:pt x="84663" y="32104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761999" y="0"/>
                </a:lnTo>
                <a:lnTo>
                  <a:pt x="808298" y="5710"/>
                </a:lnTo>
                <a:lnTo>
                  <a:pt x="851801" y="22491"/>
                </a:lnTo>
                <a:lnTo>
                  <a:pt x="889924" y="49340"/>
                </a:lnTo>
                <a:lnTo>
                  <a:pt x="920394" y="84663"/>
                </a:lnTo>
                <a:lnTo>
                  <a:pt x="941368" y="126332"/>
                </a:lnTo>
                <a:lnTo>
                  <a:pt x="951584" y="171827"/>
                </a:lnTo>
                <a:lnTo>
                  <a:pt x="952499" y="190499"/>
                </a:lnTo>
                <a:lnTo>
                  <a:pt x="952499" y="761999"/>
                </a:lnTo>
                <a:lnTo>
                  <a:pt x="946789" y="808298"/>
                </a:lnTo>
                <a:lnTo>
                  <a:pt x="930007" y="851801"/>
                </a:lnTo>
                <a:lnTo>
                  <a:pt x="903159" y="889924"/>
                </a:lnTo>
                <a:lnTo>
                  <a:pt x="867835" y="920394"/>
                </a:lnTo>
                <a:lnTo>
                  <a:pt x="826167" y="941368"/>
                </a:lnTo>
                <a:lnTo>
                  <a:pt x="780672" y="951584"/>
                </a:lnTo>
                <a:lnTo>
                  <a:pt x="761999" y="95249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33909" y="1782762"/>
            <a:ext cx="501015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spc="125" dirty="0">
                <a:solidFill>
                  <a:srgbClr val="FFFFFF"/>
                </a:solidFill>
                <a:latin typeface="Segoe UI Symbol"/>
                <a:cs typeface="Segoe UI Symbol"/>
              </a:rPr>
              <a:t>💬</a:t>
            </a:r>
            <a:endParaRPr sz="35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1784" y="2767971"/>
            <a:ext cx="6858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95" dirty="0">
                <a:solidFill>
                  <a:srgbClr val="FFFFFF"/>
                </a:solidFill>
                <a:latin typeface="Lucida Sans"/>
                <a:cs typeface="Lucida Sans"/>
              </a:rPr>
              <a:t>User</a:t>
            </a:r>
            <a:r>
              <a:rPr sz="1650" b="1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b="1" spc="-50" dirty="0">
                <a:solidFill>
                  <a:srgbClr val="FFFFFF"/>
                </a:solidFill>
                <a:latin typeface="Lucida Sans"/>
                <a:cs typeface="Lucida Sans"/>
              </a:rPr>
              <a:t>Q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8167" y="2767971"/>
            <a:ext cx="5842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35" dirty="0">
                <a:solidFill>
                  <a:srgbClr val="FFFFFF"/>
                </a:solidFill>
                <a:latin typeface="Lucida Sans"/>
                <a:cs typeface="Lucida Sans"/>
              </a:rPr>
              <a:t>FAISS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2476" y="2767971"/>
            <a:ext cx="8070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5" dirty="0">
                <a:solidFill>
                  <a:srgbClr val="FFFFFF"/>
                </a:solidFill>
                <a:latin typeface="Lucida Sans"/>
                <a:cs typeface="Lucida Sans"/>
              </a:rPr>
              <a:t>Llama-</a:t>
            </a:r>
            <a:r>
              <a:rPr sz="1650" b="1" spc="-125" dirty="0">
                <a:solidFill>
                  <a:srgbClr val="FFFFFF"/>
                </a:solidFill>
                <a:latin typeface="Lucida Sans"/>
                <a:cs typeface="Lucida Sans"/>
              </a:rPr>
              <a:t>3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9691" y="1782762"/>
            <a:ext cx="4912360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18055" algn="l"/>
                <a:tab pos="4424045" algn="l"/>
              </a:tabLst>
            </a:pPr>
            <a:r>
              <a:rPr sz="3550" spc="125" dirty="0">
                <a:solidFill>
                  <a:srgbClr val="FFFFFF"/>
                </a:solidFill>
                <a:latin typeface="Segoe UI Symbol"/>
                <a:cs typeface="Segoe UI Symbol"/>
              </a:rPr>
              <a:t>🔍</a:t>
            </a:r>
            <a:r>
              <a:rPr sz="3550" dirty="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sz="3550" spc="2185" dirty="0">
                <a:solidFill>
                  <a:srgbClr val="FFFFFF"/>
                </a:solidFill>
                <a:latin typeface="Segoe UI Symbol"/>
                <a:cs typeface="Segoe UI Symbol"/>
              </a:rPr>
              <a:t>🦙</a:t>
            </a:r>
            <a:r>
              <a:rPr sz="3550" dirty="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sz="3550" spc="125" dirty="0">
                <a:solidFill>
                  <a:srgbClr val="FFFFFF"/>
                </a:solidFill>
                <a:latin typeface="Segoe UI Symbol"/>
                <a:cs typeface="Segoe UI Symbol"/>
              </a:rPr>
              <a:t>📊</a:t>
            </a:r>
            <a:endParaRPr sz="35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33680" y="2767971"/>
            <a:ext cx="7359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50" dirty="0">
                <a:solidFill>
                  <a:srgbClr val="FFFFFF"/>
                </a:solidFill>
                <a:latin typeface="Lucida Sans"/>
                <a:cs typeface="Lucida Sans"/>
              </a:rPr>
              <a:t>Stream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29824" y="1638299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761999" y="952499"/>
                </a:moveTo>
                <a:lnTo>
                  <a:pt x="190499" y="952499"/>
                </a:lnTo>
                <a:lnTo>
                  <a:pt x="181141" y="952270"/>
                </a:lnTo>
                <a:lnTo>
                  <a:pt x="135199" y="944298"/>
                </a:lnTo>
                <a:lnTo>
                  <a:pt x="92571" y="925403"/>
                </a:lnTo>
                <a:lnTo>
                  <a:pt x="55795" y="896703"/>
                </a:lnTo>
                <a:lnTo>
                  <a:pt x="27094" y="859926"/>
                </a:lnTo>
                <a:lnTo>
                  <a:pt x="8200" y="817299"/>
                </a:lnTo>
                <a:lnTo>
                  <a:pt x="229" y="771358"/>
                </a:lnTo>
                <a:lnTo>
                  <a:pt x="0" y="761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1" y="100697"/>
                </a:lnTo>
                <a:lnTo>
                  <a:pt x="49339" y="62575"/>
                </a:lnTo>
                <a:lnTo>
                  <a:pt x="84662" y="32104"/>
                </a:lnTo>
                <a:lnTo>
                  <a:pt x="126331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761999" y="0"/>
                </a:lnTo>
                <a:lnTo>
                  <a:pt x="808298" y="5710"/>
                </a:lnTo>
                <a:lnTo>
                  <a:pt x="851801" y="22491"/>
                </a:lnTo>
                <a:lnTo>
                  <a:pt x="889923" y="49340"/>
                </a:lnTo>
                <a:lnTo>
                  <a:pt x="920394" y="84663"/>
                </a:lnTo>
                <a:lnTo>
                  <a:pt x="941368" y="126332"/>
                </a:lnTo>
                <a:lnTo>
                  <a:pt x="951584" y="171827"/>
                </a:lnTo>
                <a:lnTo>
                  <a:pt x="952499" y="190499"/>
                </a:lnTo>
                <a:lnTo>
                  <a:pt x="952499" y="761999"/>
                </a:lnTo>
                <a:lnTo>
                  <a:pt x="946788" y="808298"/>
                </a:lnTo>
                <a:lnTo>
                  <a:pt x="930007" y="851801"/>
                </a:lnTo>
                <a:lnTo>
                  <a:pt x="903159" y="889924"/>
                </a:lnTo>
                <a:lnTo>
                  <a:pt x="867835" y="920394"/>
                </a:lnTo>
                <a:lnTo>
                  <a:pt x="826167" y="941368"/>
                </a:lnTo>
                <a:lnTo>
                  <a:pt x="780671" y="951584"/>
                </a:lnTo>
                <a:lnTo>
                  <a:pt x="761999" y="95249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57035" y="1782762"/>
            <a:ext cx="501015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spc="125" dirty="0">
                <a:solidFill>
                  <a:srgbClr val="FFFFFF"/>
                </a:solidFill>
                <a:latin typeface="Segoe UI Symbol"/>
                <a:cs typeface="Segoe UI Symbol"/>
              </a:rPr>
              <a:t>🔊</a:t>
            </a:r>
            <a:endParaRPr sz="35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9840" y="2767971"/>
            <a:ext cx="37528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145" dirty="0">
                <a:solidFill>
                  <a:srgbClr val="FFFFFF"/>
                </a:solidFill>
                <a:latin typeface="Lucida Sans"/>
                <a:cs typeface="Lucida Sans"/>
              </a:rPr>
              <a:t>TTS</a:t>
            </a:r>
            <a:endParaRPr sz="165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7550" y="3725862"/>
            <a:ext cx="31115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75" dirty="0">
                <a:solidFill>
                  <a:srgbClr val="00C8FF"/>
                </a:solidFill>
                <a:latin typeface="Segoe UI Symbol"/>
                <a:cs typeface="Segoe UI Symbol"/>
              </a:rPr>
              <a:t>✨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15728" y="3580027"/>
            <a:ext cx="7299325" cy="622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5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Persistent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memory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spc="-120" dirty="0">
                <a:solidFill>
                  <a:srgbClr val="00C8FF"/>
                </a:solidFill>
                <a:latin typeface="Lucida Sans"/>
                <a:cs typeface="Lucida Sans"/>
              </a:rPr>
              <a:t>ConversationBufferMemory</a:t>
            </a:r>
            <a:r>
              <a:rPr sz="1850" b="1" spc="-90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continuous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context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15728" y="4349392"/>
            <a:ext cx="589915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spc="-110" dirty="0">
                <a:solidFill>
                  <a:srgbClr val="00C8FF"/>
                </a:solidFill>
                <a:latin typeface="Lucida Sans"/>
                <a:cs typeface="Lucida Sans"/>
              </a:rPr>
              <a:t>token</a:t>
            </a:r>
            <a:r>
              <a:rPr sz="1850" b="1" spc="-95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1850" b="1" spc="-114" dirty="0">
                <a:solidFill>
                  <a:srgbClr val="00C8FF"/>
                </a:solidFill>
                <a:latin typeface="Lucida Sans"/>
                <a:cs typeface="Lucida Sans"/>
              </a:rPr>
              <a:t>streaming</a:t>
            </a:r>
            <a:r>
              <a:rPr sz="1850" b="1" spc="-120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1800" spc="-21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interactive</a:t>
            </a:r>
            <a:r>
              <a:rPr sz="18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b="1" spc="-110" dirty="0">
                <a:solidFill>
                  <a:srgbClr val="00C8FF"/>
                </a:solidFill>
                <a:latin typeface="Lucida Sans"/>
                <a:cs typeface="Lucida Sans"/>
              </a:rPr>
              <a:t>voice</a:t>
            </a:r>
            <a:r>
              <a:rPr sz="1850" b="1" spc="-95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1850" b="1" spc="-85" dirty="0">
                <a:solidFill>
                  <a:srgbClr val="00C8FF"/>
                </a:solidFill>
                <a:latin typeface="Lucida Sans"/>
                <a:cs typeface="Lucida Sans"/>
              </a:rPr>
              <a:t>playback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7550" y="4175442"/>
            <a:ext cx="311150" cy="9969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100" spc="1230" dirty="0">
                <a:solidFill>
                  <a:srgbClr val="00C8FF"/>
                </a:solidFill>
                <a:latin typeface="Segoe UI Symbol"/>
                <a:cs typeface="Segoe UI Symbol"/>
              </a:rPr>
              <a:t>⚡</a:t>
            </a:r>
            <a:endParaRPr sz="21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100" spc="75" dirty="0">
                <a:solidFill>
                  <a:srgbClr val="00C8FF"/>
                </a:solidFill>
                <a:latin typeface="Segoe UI Symbol"/>
                <a:cs typeface="Segoe UI Symbol"/>
              </a:rPr>
              <a:t>🎯</a:t>
            </a:r>
            <a:endParaRPr sz="21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15728" y="4835167"/>
            <a:ext cx="627761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75" dirty="0">
                <a:solidFill>
                  <a:srgbClr val="00C8FF"/>
                </a:solidFill>
                <a:latin typeface="Lucida Sans"/>
                <a:cs typeface="Lucida Sans"/>
              </a:rPr>
              <a:t>RAG-</a:t>
            </a:r>
            <a:r>
              <a:rPr sz="1850" b="1" spc="-120" dirty="0">
                <a:solidFill>
                  <a:srgbClr val="00C8FF"/>
                </a:solidFill>
                <a:latin typeface="Lucida Sans"/>
                <a:cs typeface="Lucida Sans"/>
              </a:rPr>
              <a:t>based</a:t>
            </a:r>
            <a:r>
              <a:rPr sz="1850" b="1" spc="-95" dirty="0">
                <a:solidFill>
                  <a:srgbClr val="00C8FF"/>
                </a:solidFill>
                <a:latin typeface="Lucida Sans"/>
                <a:cs typeface="Lucida San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accurate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retrieval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context-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aware</a:t>
            </a:r>
            <a:r>
              <a:rPr sz="1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responses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52699" y="2285999"/>
            <a:ext cx="476250" cy="228600"/>
            <a:chOff x="2552699" y="2285999"/>
            <a:chExt cx="476250" cy="228600"/>
          </a:xfrm>
        </p:grpSpPr>
        <p:sp>
          <p:nvSpPr>
            <p:cNvPr id="20" name="object 20"/>
            <p:cNvSpPr/>
            <p:nvPr/>
          </p:nvSpPr>
          <p:spPr>
            <a:xfrm>
              <a:off x="2552699" y="2371724"/>
              <a:ext cx="476250" cy="57150"/>
            </a:xfrm>
            <a:custGeom>
              <a:avLst/>
              <a:gdLst/>
              <a:ahLst/>
              <a:cxnLst/>
              <a:rect l="l" t="t" r="r" b="b"/>
              <a:pathLst>
                <a:path w="476250" h="57150">
                  <a:moveTo>
                    <a:pt x="4762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76249" y="0"/>
                  </a:lnTo>
                  <a:lnTo>
                    <a:pt x="47624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67024" y="2285999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9163049" y="2285999"/>
            <a:ext cx="476250" cy="228600"/>
            <a:chOff x="9163049" y="2285999"/>
            <a:chExt cx="476250" cy="228600"/>
          </a:xfrm>
        </p:grpSpPr>
        <p:sp>
          <p:nvSpPr>
            <p:cNvPr id="23" name="object 23"/>
            <p:cNvSpPr/>
            <p:nvPr/>
          </p:nvSpPr>
          <p:spPr>
            <a:xfrm>
              <a:off x="9163049" y="2371724"/>
              <a:ext cx="476250" cy="57150"/>
            </a:xfrm>
            <a:custGeom>
              <a:avLst/>
              <a:gdLst/>
              <a:ahLst/>
              <a:cxnLst/>
              <a:rect l="l" t="t" r="r" b="b"/>
              <a:pathLst>
                <a:path w="476250" h="57150">
                  <a:moveTo>
                    <a:pt x="476249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76249" y="0"/>
                  </a:lnTo>
                  <a:lnTo>
                    <a:pt x="476249" y="571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77374" y="2285999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4524" y="1141343"/>
            <a:ext cx="8362949" cy="5714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2375" y="440179"/>
            <a:ext cx="5486607" cy="621965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135" dirty="0">
                <a:latin typeface="Lucida Sans"/>
              </a:rPr>
              <a:t>Summarization Flow</a:t>
            </a:r>
          </a:p>
        </p:txBody>
      </p:sp>
      <p:sp>
        <p:nvSpPr>
          <p:cNvPr id="4" name="object 4"/>
          <p:cNvSpPr/>
          <p:nvPr/>
        </p:nvSpPr>
        <p:spPr>
          <a:xfrm>
            <a:off x="1095374" y="1733549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704849" y="857249"/>
                </a:moveTo>
                <a:lnTo>
                  <a:pt x="152399" y="857249"/>
                </a:lnTo>
                <a:lnTo>
                  <a:pt x="144912" y="857066"/>
                </a:lnTo>
                <a:lnTo>
                  <a:pt x="101065" y="848344"/>
                </a:lnTo>
                <a:lnTo>
                  <a:pt x="61607" y="827253"/>
                </a:lnTo>
                <a:lnTo>
                  <a:pt x="29995" y="795642"/>
                </a:lnTo>
                <a:lnTo>
                  <a:pt x="8904" y="756183"/>
                </a:lnTo>
                <a:lnTo>
                  <a:pt x="182" y="712336"/>
                </a:lnTo>
                <a:lnTo>
                  <a:pt x="0" y="704849"/>
                </a:lnTo>
                <a:lnTo>
                  <a:pt x="0" y="152399"/>
                </a:lnTo>
                <a:lnTo>
                  <a:pt x="6560" y="108159"/>
                </a:lnTo>
                <a:lnTo>
                  <a:pt x="25683" y="67730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704849" y="0"/>
                </a:lnTo>
                <a:lnTo>
                  <a:pt x="749089" y="6560"/>
                </a:lnTo>
                <a:lnTo>
                  <a:pt x="789518" y="25683"/>
                </a:lnTo>
                <a:lnTo>
                  <a:pt x="822657" y="55717"/>
                </a:lnTo>
                <a:lnTo>
                  <a:pt x="845649" y="94078"/>
                </a:lnTo>
                <a:lnTo>
                  <a:pt x="856517" y="137461"/>
                </a:lnTo>
                <a:lnTo>
                  <a:pt x="857249" y="152399"/>
                </a:lnTo>
                <a:lnTo>
                  <a:pt x="857249" y="704849"/>
                </a:lnTo>
                <a:lnTo>
                  <a:pt x="850689" y="749089"/>
                </a:lnTo>
                <a:lnTo>
                  <a:pt x="831565" y="789518"/>
                </a:lnTo>
                <a:lnTo>
                  <a:pt x="801532" y="822657"/>
                </a:lnTo>
                <a:lnTo>
                  <a:pt x="763170" y="845648"/>
                </a:lnTo>
                <a:lnTo>
                  <a:pt x="719787" y="856517"/>
                </a:lnTo>
                <a:lnTo>
                  <a:pt x="704849" y="8572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85378" y="1853009"/>
            <a:ext cx="4775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spc="150" dirty="0">
                <a:solidFill>
                  <a:srgbClr val="FFFFFF"/>
                </a:solidFill>
                <a:latin typeface="Segoe UI Symbol"/>
                <a:cs typeface="Segoe UI Symbol"/>
              </a:rPr>
              <a:t>📄</a:t>
            </a:r>
            <a:endParaRPr sz="335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763" y="2623511"/>
            <a:ext cx="1654810" cy="6711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650" b="1" spc="-25" dirty="0">
                <a:solidFill>
                  <a:srgbClr val="FFFFFF"/>
                </a:solidFill>
                <a:latin typeface="Lucida Sans"/>
                <a:cs typeface="Lucida Sans"/>
              </a:rPr>
              <a:t>PDF</a:t>
            </a:r>
            <a:endParaRPr sz="1650">
              <a:latin typeface="Lucida Sans"/>
              <a:cs typeface="Lucida Sans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1300" spc="-65" dirty="0">
                <a:solidFill>
                  <a:srgbClr val="A0A0A0"/>
                </a:solidFill>
                <a:latin typeface="Verdana"/>
                <a:cs typeface="Verdana"/>
              </a:rPr>
              <a:t>Raw</a:t>
            </a:r>
            <a:r>
              <a:rPr sz="1300" spc="-13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13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input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0233" y="2528261"/>
            <a:ext cx="1659889" cy="8712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4604" indent="15875">
              <a:lnSpc>
                <a:spcPct val="100000"/>
              </a:lnSpc>
              <a:spcBef>
                <a:spcPts val="940"/>
              </a:spcBef>
            </a:pPr>
            <a:r>
              <a:rPr sz="1650" b="1" spc="-80" dirty="0">
                <a:solidFill>
                  <a:srgbClr val="FFFFFF"/>
                </a:solidFill>
                <a:latin typeface="Lucida Sans"/>
                <a:cs typeface="Lucida Sans"/>
              </a:rPr>
              <a:t>Chunk</a:t>
            </a:r>
            <a:r>
              <a:rPr sz="1650" b="1" spc="-1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b="1" spc="-180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1650" b="1" spc="-10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b="1" spc="-20" dirty="0">
                <a:solidFill>
                  <a:srgbClr val="FFFFFF"/>
                </a:solidFill>
                <a:latin typeface="Lucida Sans"/>
                <a:cs typeface="Lucida Sans"/>
              </a:rPr>
              <a:t>Embed</a:t>
            </a:r>
            <a:endParaRPr sz="1650">
              <a:latin typeface="Lucida Sans"/>
              <a:cs typeface="Lucida Sans"/>
            </a:endParaRPr>
          </a:p>
          <a:p>
            <a:pPr marL="12700" marR="5080" indent="1905">
              <a:lnSpc>
                <a:spcPct val="101000"/>
              </a:lnSpc>
              <a:spcBef>
                <a:spcPts val="680"/>
              </a:spcBef>
            </a:pPr>
            <a:r>
              <a:rPr sz="1300" spc="-70" dirty="0">
                <a:solidFill>
                  <a:srgbClr val="A0A0A0"/>
                </a:solidFill>
                <a:latin typeface="Verdana"/>
                <a:cs typeface="Verdana"/>
              </a:rPr>
              <a:t>Break</a:t>
            </a:r>
            <a:r>
              <a:rPr sz="1300" spc="-12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A0A0A0"/>
                </a:solidFill>
                <a:latin typeface="Verdana"/>
                <a:cs typeface="Verdana"/>
              </a:rPr>
              <a:t>into </a:t>
            </a:r>
            <a:r>
              <a:rPr sz="1300" spc="-45" dirty="0">
                <a:solidFill>
                  <a:srgbClr val="A0A0A0"/>
                </a:solidFill>
                <a:latin typeface="Verdana"/>
                <a:cs typeface="Verdana"/>
              </a:rPr>
              <a:t>manageable</a:t>
            </a:r>
            <a:r>
              <a:rPr sz="1300" spc="-8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A0A0A0"/>
                </a:solidFill>
                <a:latin typeface="Verdana"/>
                <a:cs typeface="Verdana"/>
              </a:rPr>
              <a:t>sections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9348" y="2528261"/>
            <a:ext cx="1333500" cy="8712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650" b="1" spc="-80" dirty="0">
                <a:solidFill>
                  <a:srgbClr val="FFFFFF"/>
                </a:solidFill>
                <a:latin typeface="Lucida Sans"/>
                <a:cs typeface="Lucida Sans"/>
              </a:rPr>
              <a:t>RAG</a:t>
            </a:r>
            <a:r>
              <a:rPr sz="1650" b="1" spc="-55" dirty="0">
                <a:solidFill>
                  <a:srgbClr val="FFFFFF"/>
                </a:solidFill>
                <a:latin typeface="Lucida Sans"/>
                <a:cs typeface="Lucida Sans"/>
              </a:rPr>
              <a:t> Llama-</a:t>
            </a:r>
            <a:r>
              <a:rPr sz="1650" b="1" spc="-50" dirty="0">
                <a:solidFill>
                  <a:srgbClr val="FFFFFF"/>
                </a:solidFill>
                <a:latin typeface="Lucida Sans"/>
                <a:cs typeface="Lucida Sans"/>
              </a:rPr>
              <a:t>3</a:t>
            </a:r>
            <a:endParaRPr sz="1650">
              <a:latin typeface="Lucida Sans"/>
              <a:cs typeface="Lucida Sans"/>
            </a:endParaRPr>
          </a:p>
          <a:p>
            <a:pPr marL="12700" marR="5080" algn="ctr">
              <a:lnSpc>
                <a:spcPct val="101000"/>
              </a:lnSpc>
              <a:spcBef>
                <a:spcPts val="680"/>
              </a:spcBef>
            </a:pPr>
            <a:r>
              <a:rPr sz="1300" spc="-80" dirty="0">
                <a:solidFill>
                  <a:srgbClr val="A0A0A0"/>
                </a:solidFill>
                <a:latin typeface="Verdana"/>
                <a:cs typeface="Verdana"/>
              </a:rPr>
              <a:t>Context-aware</a:t>
            </a:r>
            <a:r>
              <a:rPr sz="1300" spc="-7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A0A0A0"/>
                </a:solidFill>
                <a:latin typeface="Verdana"/>
                <a:cs typeface="Verdana"/>
              </a:rPr>
              <a:t>AI </a:t>
            </a:r>
            <a:r>
              <a:rPr sz="1300" spc="-10" dirty="0">
                <a:solidFill>
                  <a:srgbClr val="A0A0A0"/>
                </a:solidFill>
                <a:latin typeface="Verdana"/>
                <a:cs typeface="Verdana"/>
              </a:rPr>
              <a:t>processing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1378" y="1757759"/>
            <a:ext cx="50495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98065" algn="l"/>
                <a:tab pos="4584065" algn="l"/>
              </a:tabLst>
            </a:pPr>
            <a:r>
              <a:rPr sz="3350" spc="2090" dirty="0">
                <a:solidFill>
                  <a:srgbClr val="FFFFFF"/>
                </a:solidFill>
                <a:latin typeface="Segoe UI Symbol"/>
                <a:cs typeface="Segoe UI Symbol"/>
              </a:rPr>
              <a:t>🧩</a:t>
            </a:r>
            <a:r>
              <a:rPr sz="3350" dirty="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sz="3350" spc="2080" dirty="0">
                <a:solidFill>
                  <a:srgbClr val="FFFFFF"/>
                </a:solidFill>
                <a:latin typeface="Segoe UI Symbol"/>
                <a:cs typeface="Segoe UI Symbol"/>
              </a:rPr>
              <a:t>🧠</a:t>
            </a:r>
            <a:r>
              <a:rPr sz="3350" dirty="0">
                <a:solidFill>
                  <a:srgbClr val="FFFFFF"/>
                </a:solidFill>
                <a:latin typeface="Segoe UI Symbol"/>
                <a:cs typeface="Segoe UI Symbol"/>
              </a:rPr>
              <a:t>	</a:t>
            </a:r>
            <a:r>
              <a:rPr sz="3350" spc="150" dirty="0">
                <a:solidFill>
                  <a:srgbClr val="FFFFFF"/>
                </a:solidFill>
                <a:latin typeface="Segoe UI Symbol"/>
                <a:cs typeface="Segoe UI Symbol"/>
              </a:rPr>
              <a:t>📝</a:t>
            </a:r>
            <a:endParaRPr sz="33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8823" y="2528261"/>
            <a:ext cx="1466850" cy="8712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650" b="1" spc="-10" dirty="0">
                <a:solidFill>
                  <a:srgbClr val="FFFFFF"/>
                </a:solidFill>
                <a:latin typeface="Lucida Sans"/>
                <a:cs typeface="Lucida Sans"/>
              </a:rPr>
              <a:t>Summary</a:t>
            </a:r>
            <a:endParaRPr sz="1650">
              <a:latin typeface="Lucida Sans"/>
              <a:cs typeface="Lucida Sans"/>
            </a:endParaRPr>
          </a:p>
          <a:p>
            <a:pPr marL="12700" marR="5080" algn="ctr">
              <a:lnSpc>
                <a:spcPct val="101000"/>
              </a:lnSpc>
              <a:spcBef>
                <a:spcPts val="680"/>
              </a:spcBef>
            </a:pPr>
            <a:r>
              <a:rPr sz="1300" spc="-55" dirty="0">
                <a:solidFill>
                  <a:srgbClr val="A0A0A0"/>
                </a:solidFill>
                <a:latin typeface="Verdana"/>
                <a:cs typeface="Verdana"/>
              </a:rPr>
              <a:t>Concise</a:t>
            </a:r>
            <a:r>
              <a:rPr sz="130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A0A0A0"/>
                </a:solidFill>
                <a:latin typeface="Verdana"/>
                <a:cs typeface="Verdana"/>
              </a:rPr>
              <a:t>document </a:t>
            </a:r>
            <a:r>
              <a:rPr sz="1300" spc="-10" dirty="0">
                <a:solidFill>
                  <a:srgbClr val="A0A0A0"/>
                </a:solidFill>
                <a:latin typeface="Verdana"/>
                <a:cs typeface="Verdana"/>
              </a:rPr>
              <a:t>overview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39374" y="1638299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704849" y="857249"/>
                </a:moveTo>
                <a:lnTo>
                  <a:pt x="152399" y="857249"/>
                </a:lnTo>
                <a:lnTo>
                  <a:pt x="144912" y="857066"/>
                </a:lnTo>
                <a:lnTo>
                  <a:pt x="101063" y="848345"/>
                </a:lnTo>
                <a:lnTo>
                  <a:pt x="61606" y="827254"/>
                </a:lnTo>
                <a:lnTo>
                  <a:pt x="29992" y="795642"/>
                </a:lnTo>
                <a:lnTo>
                  <a:pt x="8903" y="756183"/>
                </a:lnTo>
                <a:lnTo>
                  <a:pt x="182" y="712336"/>
                </a:lnTo>
                <a:lnTo>
                  <a:pt x="0" y="704849"/>
                </a:lnTo>
                <a:lnTo>
                  <a:pt x="0" y="152399"/>
                </a:lnTo>
                <a:lnTo>
                  <a:pt x="6559" y="108159"/>
                </a:lnTo>
                <a:lnTo>
                  <a:pt x="25681" y="67730"/>
                </a:lnTo>
                <a:lnTo>
                  <a:pt x="55716" y="34591"/>
                </a:lnTo>
                <a:lnTo>
                  <a:pt x="94077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704849" y="0"/>
                </a:lnTo>
                <a:lnTo>
                  <a:pt x="749088" y="6560"/>
                </a:lnTo>
                <a:lnTo>
                  <a:pt x="789518" y="25683"/>
                </a:lnTo>
                <a:lnTo>
                  <a:pt x="822656" y="55717"/>
                </a:lnTo>
                <a:lnTo>
                  <a:pt x="845647" y="94078"/>
                </a:lnTo>
                <a:lnTo>
                  <a:pt x="856516" y="137461"/>
                </a:lnTo>
                <a:lnTo>
                  <a:pt x="857249" y="152399"/>
                </a:lnTo>
                <a:lnTo>
                  <a:pt x="857249" y="704849"/>
                </a:lnTo>
                <a:lnTo>
                  <a:pt x="850687" y="749089"/>
                </a:lnTo>
                <a:lnTo>
                  <a:pt x="831564" y="789518"/>
                </a:lnTo>
                <a:lnTo>
                  <a:pt x="801531" y="822657"/>
                </a:lnTo>
                <a:lnTo>
                  <a:pt x="763169" y="845648"/>
                </a:lnTo>
                <a:lnTo>
                  <a:pt x="719788" y="856517"/>
                </a:lnTo>
                <a:lnTo>
                  <a:pt x="704849" y="8572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29378" y="1757759"/>
            <a:ext cx="4775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spc="150" dirty="0">
                <a:solidFill>
                  <a:srgbClr val="FFFFFF"/>
                </a:solidFill>
                <a:latin typeface="Segoe UI Symbol"/>
                <a:cs typeface="Segoe UI Symbol"/>
              </a:rPr>
              <a:t>💾</a:t>
            </a:r>
            <a:endParaRPr sz="33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94800" y="2528261"/>
            <a:ext cx="1346835" cy="8712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650" b="1" spc="-80" dirty="0">
                <a:solidFill>
                  <a:srgbClr val="FFFFFF"/>
                </a:solidFill>
                <a:latin typeface="Lucida Sans"/>
                <a:cs typeface="Lucida Sans"/>
              </a:rPr>
              <a:t>Export</a:t>
            </a:r>
            <a:r>
              <a:rPr sz="1650" b="1" spc="-7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650" b="1" spc="-25" dirty="0">
                <a:solidFill>
                  <a:srgbClr val="FFFFFF"/>
                </a:solidFill>
                <a:latin typeface="Lucida Sans"/>
                <a:cs typeface="Lucida Sans"/>
              </a:rPr>
              <a:t>PDF</a:t>
            </a:r>
            <a:endParaRPr sz="1650">
              <a:latin typeface="Lucida Sans"/>
              <a:cs typeface="Lucida Sans"/>
            </a:endParaRPr>
          </a:p>
          <a:p>
            <a:pPr marL="12700" marR="5080" algn="ctr">
              <a:lnSpc>
                <a:spcPct val="101000"/>
              </a:lnSpc>
              <a:spcBef>
                <a:spcPts val="680"/>
              </a:spcBef>
            </a:pPr>
            <a:r>
              <a:rPr sz="1300" spc="-120" dirty="0">
                <a:solidFill>
                  <a:srgbClr val="A0A0A0"/>
                </a:solidFill>
                <a:latin typeface="Verdana"/>
                <a:cs typeface="Verdana"/>
              </a:rPr>
              <a:t>Save</a:t>
            </a:r>
            <a:r>
              <a:rPr sz="1300" spc="-12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A0A0A0"/>
                </a:solidFill>
                <a:latin typeface="Verdana"/>
                <a:cs typeface="Verdana"/>
              </a:rPr>
              <a:t>in</a:t>
            </a:r>
            <a:r>
              <a:rPr sz="1300" spc="-12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A0A0A0"/>
                </a:solidFill>
                <a:latin typeface="Verdana"/>
                <a:cs typeface="Verdana"/>
              </a:rPr>
              <a:t>shareable </a:t>
            </a:r>
            <a:r>
              <a:rPr sz="1300" spc="-10" dirty="0">
                <a:solidFill>
                  <a:srgbClr val="A0A0A0"/>
                </a:solidFill>
                <a:latin typeface="Verdana"/>
                <a:cs typeface="Verdana"/>
              </a:rPr>
              <a:t>format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3261" y="4122482"/>
            <a:ext cx="236601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55" dirty="0">
                <a:solidFill>
                  <a:srgbClr val="FFFFFF"/>
                </a:solidFill>
                <a:latin typeface="Verdana"/>
                <a:cs typeface="Verdana"/>
              </a:rPr>
              <a:t>Custom</a:t>
            </a:r>
            <a:r>
              <a:rPr sz="14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50" dirty="0">
                <a:solidFill>
                  <a:srgbClr val="FFFFFF"/>
                </a:solidFill>
                <a:latin typeface="Verdana"/>
                <a:cs typeface="Verdana"/>
              </a:rPr>
              <a:t>compression</a:t>
            </a:r>
            <a:r>
              <a:rPr sz="14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FFFFFF"/>
                </a:solidFill>
                <a:latin typeface="Verdana"/>
                <a:cs typeface="Verdana"/>
              </a:rPr>
              <a:t>ratios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9256" y="4122482"/>
            <a:ext cx="184531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65" dirty="0">
                <a:solidFill>
                  <a:srgbClr val="FFFFFF"/>
                </a:solidFill>
                <a:latin typeface="Verdana"/>
                <a:cs typeface="Verdana"/>
              </a:rPr>
              <a:t>Fast</a:t>
            </a:r>
            <a:r>
              <a:rPr sz="14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155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4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75" dirty="0">
                <a:solidFill>
                  <a:srgbClr val="FFFFFF"/>
                </a:solidFill>
                <a:latin typeface="Verdana"/>
                <a:cs typeface="Verdana"/>
              </a:rPr>
              <a:t>token-</a:t>
            </a:r>
            <a:r>
              <a:rPr sz="1450" spc="-30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51651" y="4122482"/>
            <a:ext cx="1240155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60" dirty="0">
                <a:solidFill>
                  <a:srgbClr val="FFFFFF"/>
                </a:solidFill>
                <a:latin typeface="Verdana"/>
                <a:cs typeface="Verdana"/>
              </a:rPr>
              <a:t>Export</a:t>
            </a:r>
            <a:r>
              <a:rPr sz="14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95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14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FFFFFF"/>
                </a:solidFill>
                <a:latin typeface="Verdana"/>
                <a:cs typeface="Verdana"/>
              </a:rPr>
              <a:t>PDF</a:t>
            </a:r>
            <a:endParaRPr sz="1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1058525"/>
          </a:xfrm>
          <a:custGeom>
            <a:avLst/>
            <a:gdLst/>
            <a:ahLst/>
            <a:cxnLst/>
            <a:rect l="l" t="t" r="r" b="b"/>
            <a:pathLst>
              <a:path w="12192000" h="11058525">
                <a:moveTo>
                  <a:pt x="12191999" y="11058524"/>
                </a:moveTo>
                <a:lnTo>
                  <a:pt x="0" y="11058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058524"/>
                </a:lnTo>
                <a:close/>
              </a:path>
            </a:pathLst>
          </a:custGeom>
          <a:solidFill>
            <a:srgbClr val="0D0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38499" y="2676524"/>
            <a:ext cx="5715000" cy="5715000"/>
          </a:xfrm>
          <a:custGeom>
            <a:avLst/>
            <a:gdLst/>
            <a:ahLst/>
            <a:cxnLst/>
            <a:rect l="l" t="t" r="r" b="b"/>
            <a:pathLst>
              <a:path w="5715000" h="5715000">
                <a:moveTo>
                  <a:pt x="2857499" y="5714999"/>
                </a:moveTo>
                <a:lnTo>
                  <a:pt x="2787373" y="5714138"/>
                </a:lnTo>
                <a:lnTo>
                  <a:pt x="2717289" y="5711557"/>
                </a:lnTo>
                <a:lnTo>
                  <a:pt x="2647289" y="5707257"/>
                </a:lnTo>
                <a:lnTo>
                  <a:pt x="2577416" y="5701239"/>
                </a:lnTo>
                <a:lnTo>
                  <a:pt x="2507711" y="5693509"/>
                </a:lnTo>
                <a:lnTo>
                  <a:pt x="2438217" y="5684071"/>
                </a:lnTo>
                <a:lnTo>
                  <a:pt x="2368976" y="5672930"/>
                </a:lnTo>
                <a:lnTo>
                  <a:pt x="2300029" y="5660092"/>
                </a:lnTo>
                <a:lnTo>
                  <a:pt x="2231417" y="5645567"/>
                </a:lnTo>
                <a:lnTo>
                  <a:pt x="2163183" y="5629362"/>
                </a:lnTo>
                <a:lnTo>
                  <a:pt x="2095368" y="5611489"/>
                </a:lnTo>
                <a:lnTo>
                  <a:pt x="2028011" y="5591955"/>
                </a:lnTo>
                <a:lnTo>
                  <a:pt x="1961154" y="5570775"/>
                </a:lnTo>
                <a:lnTo>
                  <a:pt x="1894837" y="5547960"/>
                </a:lnTo>
                <a:lnTo>
                  <a:pt x="1829099" y="5523525"/>
                </a:lnTo>
                <a:lnTo>
                  <a:pt x="1763981" y="5497484"/>
                </a:lnTo>
                <a:lnTo>
                  <a:pt x="1699522" y="5469852"/>
                </a:lnTo>
                <a:lnTo>
                  <a:pt x="1635761" y="5440648"/>
                </a:lnTo>
                <a:lnTo>
                  <a:pt x="1572735" y="5409887"/>
                </a:lnTo>
                <a:lnTo>
                  <a:pt x="1510483" y="5377589"/>
                </a:lnTo>
                <a:lnTo>
                  <a:pt x="1449043" y="5343772"/>
                </a:lnTo>
                <a:lnTo>
                  <a:pt x="1388451" y="5308458"/>
                </a:lnTo>
                <a:lnTo>
                  <a:pt x="1328744" y="5271668"/>
                </a:lnTo>
                <a:lnTo>
                  <a:pt x="1269957" y="5233423"/>
                </a:lnTo>
                <a:lnTo>
                  <a:pt x="1212127" y="5193747"/>
                </a:lnTo>
                <a:lnTo>
                  <a:pt x="1155288" y="5152664"/>
                </a:lnTo>
                <a:lnTo>
                  <a:pt x="1099475" y="5110198"/>
                </a:lnTo>
                <a:lnTo>
                  <a:pt x="1044721" y="5066376"/>
                </a:lnTo>
                <a:lnTo>
                  <a:pt x="991058" y="5021223"/>
                </a:lnTo>
                <a:lnTo>
                  <a:pt x="938520" y="4974766"/>
                </a:lnTo>
                <a:lnTo>
                  <a:pt x="887137" y="4927035"/>
                </a:lnTo>
                <a:lnTo>
                  <a:pt x="836942" y="4878056"/>
                </a:lnTo>
                <a:lnTo>
                  <a:pt x="787963" y="4827861"/>
                </a:lnTo>
                <a:lnTo>
                  <a:pt x="740232" y="4776478"/>
                </a:lnTo>
                <a:lnTo>
                  <a:pt x="693775" y="4723940"/>
                </a:lnTo>
                <a:lnTo>
                  <a:pt x="648622" y="4670277"/>
                </a:lnTo>
                <a:lnTo>
                  <a:pt x="604799" y="4615523"/>
                </a:lnTo>
                <a:lnTo>
                  <a:pt x="562334" y="4559709"/>
                </a:lnTo>
                <a:lnTo>
                  <a:pt x="521251" y="4502870"/>
                </a:lnTo>
                <a:lnTo>
                  <a:pt x="481575" y="4445040"/>
                </a:lnTo>
                <a:lnTo>
                  <a:pt x="443330" y="4386254"/>
                </a:lnTo>
                <a:lnTo>
                  <a:pt x="406540" y="4326547"/>
                </a:lnTo>
                <a:lnTo>
                  <a:pt x="371226" y="4265955"/>
                </a:lnTo>
                <a:lnTo>
                  <a:pt x="337409" y="4204515"/>
                </a:lnTo>
                <a:lnTo>
                  <a:pt x="305111" y="4142263"/>
                </a:lnTo>
                <a:lnTo>
                  <a:pt x="274350" y="4079237"/>
                </a:lnTo>
                <a:lnTo>
                  <a:pt x="245145" y="4015476"/>
                </a:lnTo>
                <a:lnTo>
                  <a:pt x="217514" y="3951016"/>
                </a:lnTo>
                <a:lnTo>
                  <a:pt x="191472" y="3885899"/>
                </a:lnTo>
                <a:lnTo>
                  <a:pt x="167037" y="3820161"/>
                </a:lnTo>
                <a:lnTo>
                  <a:pt x="144223" y="3753844"/>
                </a:lnTo>
                <a:lnTo>
                  <a:pt x="123042" y="3686987"/>
                </a:lnTo>
                <a:lnTo>
                  <a:pt x="103509" y="3619631"/>
                </a:lnTo>
                <a:lnTo>
                  <a:pt x="85635" y="3551815"/>
                </a:lnTo>
                <a:lnTo>
                  <a:pt x="69431" y="3483581"/>
                </a:lnTo>
                <a:lnTo>
                  <a:pt x="54906" y="3414970"/>
                </a:lnTo>
                <a:lnTo>
                  <a:pt x="42068" y="3346023"/>
                </a:lnTo>
                <a:lnTo>
                  <a:pt x="30928" y="3276781"/>
                </a:lnTo>
                <a:lnTo>
                  <a:pt x="21489" y="3207288"/>
                </a:lnTo>
                <a:lnTo>
                  <a:pt x="13759" y="3137584"/>
                </a:lnTo>
                <a:lnTo>
                  <a:pt x="7742" y="3067710"/>
                </a:lnTo>
                <a:lnTo>
                  <a:pt x="3441" y="2997710"/>
                </a:lnTo>
                <a:lnTo>
                  <a:pt x="860" y="2927626"/>
                </a:lnTo>
                <a:lnTo>
                  <a:pt x="0" y="2857499"/>
                </a:lnTo>
                <a:lnTo>
                  <a:pt x="215" y="2822431"/>
                </a:lnTo>
                <a:lnTo>
                  <a:pt x="1936" y="2752325"/>
                </a:lnTo>
                <a:lnTo>
                  <a:pt x="5377" y="2682273"/>
                </a:lnTo>
                <a:lnTo>
                  <a:pt x="10536" y="2612336"/>
                </a:lnTo>
                <a:lnTo>
                  <a:pt x="17411" y="2542537"/>
                </a:lnTo>
                <a:lnTo>
                  <a:pt x="25995" y="2472937"/>
                </a:lnTo>
                <a:lnTo>
                  <a:pt x="36286" y="2403559"/>
                </a:lnTo>
                <a:lnTo>
                  <a:pt x="48275" y="2334465"/>
                </a:lnTo>
                <a:lnTo>
                  <a:pt x="61958" y="2265676"/>
                </a:lnTo>
                <a:lnTo>
                  <a:pt x="77323" y="2197253"/>
                </a:lnTo>
                <a:lnTo>
                  <a:pt x="94365" y="2129218"/>
                </a:lnTo>
                <a:lnTo>
                  <a:pt x="113068" y="2061632"/>
                </a:lnTo>
                <a:lnTo>
                  <a:pt x="133428" y="1994515"/>
                </a:lnTo>
                <a:lnTo>
                  <a:pt x="155426" y="1927928"/>
                </a:lnTo>
                <a:lnTo>
                  <a:pt x="179054" y="1861890"/>
                </a:lnTo>
                <a:lnTo>
                  <a:pt x="204292" y="1796463"/>
                </a:lnTo>
                <a:lnTo>
                  <a:pt x="231133" y="1731665"/>
                </a:lnTo>
                <a:lnTo>
                  <a:pt x="259551" y="1667554"/>
                </a:lnTo>
                <a:lnTo>
                  <a:pt x="289538" y="1604151"/>
                </a:lnTo>
                <a:lnTo>
                  <a:pt x="321068" y="1541512"/>
                </a:lnTo>
                <a:lnTo>
                  <a:pt x="354130" y="1479657"/>
                </a:lnTo>
                <a:lnTo>
                  <a:pt x="388696" y="1418641"/>
                </a:lnTo>
                <a:lnTo>
                  <a:pt x="424753" y="1358482"/>
                </a:lnTo>
                <a:lnTo>
                  <a:pt x="462271" y="1299235"/>
                </a:lnTo>
                <a:lnTo>
                  <a:pt x="501237" y="1240918"/>
                </a:lnTo>
                <a:lnTo>
                  <a:pt x="541616" y="1183584"/>
                </a:lnTo>
                <a:lnTo>
                  <a:pt x="583397" y="1127249"/>
                </a:lnTo>
                <a:lnTo>
                  <a:pt x="626541" y="1071965"/>
                </a:lnTo>
                <a:lnTo>
                  <a:pt x="671036" y="1017749"/>
                </a:lnTo>
                <a:lnTo>
                  <a:pt x="716840" y="964648"/>
                </a:lnTo>
                <a:lnTo>
                  <a:pt x="763942" y="912680"/>
                </a:lnTo>
                <a:lnTo>
                  <a:pt x="812297" y="861891"/>
                </a:lnTo>
                <a:lnTo>
                  <a:pt x="861891" y="812297"/>
                </a:lnTo>
                <a:lnTo>
                  <a:pt x="912680" y="763942"/>
                </a:lnTo>
                <a:lnTo>
                  <a:pt x="964648" y="716840"/>
                </a:lnTo>
                <a:lnTo>
                  <a:pt x="1017749" y="671036"/>
                </a:lnTo>
                <a:lnTo>
                  <a:pt x="1071965" y="626541"/>
                </a:lnTo>
                <a:lnTo>
                  <a:pt x="1127249" y="583397"/>
                </a:lnTo>
                <a:lnTo>
                  <a:pt x="1183584" y="541616"/>
                </a:lnTo>
                <a:lnTo>
                  <a:pt x="1240918" y="501237"/>
                </a:lnTo>
                <a:lnTo>
                  <a:pt x="1299235" y="462271"/>
                </a:lnTo>
                <a:lnTo>
                  <a:pt x="1358482" y="424753"/>
                </a:lnTo>
                <a:lnTo>
                  <a:pt x="1418641" y="388696"/>
                </a:lnTo>
                <a:lnTo>
                  <a:pt x="1479657" y="354130"/>
                </a:lnTo>
                <a:lnTo>
                  <a:pt x="1541512" y="321068"/>
                </a:lnTo>
                <a:lnTo>
                  <a:pt x="1604151" y="289538"/>
                </a:lnTo>
                <a:lnTo>
                  <a:pt x="1667554" y="259551"/>
                </a:lnTo>
                <a:lnTo>
                  <a:pt x="1731664" y="231133"/>
                </a:lnTo>
                <a:lnTo>
                  <a:pt x="1796463" y="204292"/>
                </a:lnTo>
                <a:lnTo>
                  <a:pt x="1861890" y="179054"/>
                </a:lnTo>
                <a:lnTo>
                  <a:pt x="1927927" y="155426"/>
                </a:lnTo>
                <a:lnTo>
                  <a:pt x="1994515" y="133428"/>
                </a:lnTo>
                <a:lnTo>
                  <a:pt x="2061632" y="113068"/>
                </a:lnTo>
                <a:lnTo>
                  <a:pt x="2129218" y="94365"/>
                </a:lnTo>
                <a:lnTo>
                  <a:pt x="2197253" y="77323"/>
                </a:lnTo>
                <a:lnTo>
                  <a:pt x="2265676" y="61958"/>
                </a:lnTo>
                <a:lnTo>
                  <a:pt x="2334465" y="48275"/>
                </a:lnTo>
                <a:lnTo>
                  <a:pt x="2403559" y="36286"/>
                </a:lnTo>
                <a:lnTo>
                  <a:pt x="2472937" y="25995"/>
                </a:lnTo>
                <a:lnTo>
                  <a:pt x="2542537" y="17411"/>
                </a:lnTo>
                <a:lnTo>
                  <a:pt x="2612336" y="10536"/>
                </a:lnTo>
                <a:lnTo>
                  <a:pt x="2682273" y="5377"/>
                </a:lnTo>
                <a:lnTo>
                  <a:pt x="2752325" y="1936"/>
                </a:lnTo>
                <a:lnTo>
                  <a:pt x="2822431" y="215"/>
                </a:lnTo>
                <a:lnTo>
                  <a:pt x="2857499" y="0"/>
                </a:lnTo>
                <a:lnTo>
                  <a:pt x="2892568" y="215"/>
                </a:lnTo>
                <a:lnTo>
                  <a:pt x="2962673" y="1936"/>
                </a:lnTo>
                <a:lnTo>
                  <a:pt x="3032726" y="5377"/>
                </a:lnTo>
                <a:lnTo>
                  <a:pt x="3102663" y="10536"/>
                </a:lnTo>
                <a:lnTo>
                  <a:pt x="3172462" y="17411"/>
                </a:lnTo>
                <a:lnTo>
                  <a:pt x="3242061" y="25995"/>
                </a:lnTo>
                <a:lnTo>
                  <a:pt x="3311439" y="36286"/>
                </a:lnTo>
                <a:lnTo>
                  <a:pt x="3380533" y="48275"/>
                </a:lnTo>
                <a:lnTo>
                  <a:pt x="3449322" y="61958"/>
                </a:lnTo>
                <a:lnTo>
                  <a:pt x="3517745" y="77323"/>
                </a:lnTo>
                <a:lnTo>
                  <a:pt x="3585780" y="94365"/>
                </a:lnTo>
                <a:lnTo>
                  <a:pt x="3653366" y="113068"/>
                </a:lnTo>
                <a:lnTo>
                  <a:pt x="3720483" y="133428"/>
                </a:lnTo>
                <a:lnTo>
                  <a:pt x="3787070" y="155426"/>
                </a:lnTo>
                <a:lnTo>
                  <a:pt x="3853107" y="179054"/>
                </a:lnTo>
                <a:lnTo>
                  <a:pt x="3918535" y="204292"/>
                </a:lnTo>
                <a:lnTo>
                  <a:pt x="3983333" y="231133"/>
                </a:lnTo>
                <a:lnTo>
                  <a:pt x="4047444" y="259551"/>
                </a:lnTo>
                <a:lnTo>
                  <a:pt x="4110847" y="289538"/>
                </a:lnTo>
                <a:lnTo>
                  <a:pt x="4173486" y="321068"/>
                </a:lnTo>
                <a:lnTo>
                  <a:pt x="4235341" y="354130"/>
                </a:lnTo>
                <a:lnTo>
                  <a:pt x="4296357" y="388696"/>
                </a:lnTo>
                <a:lnTo>
                  <a:pt x="4356515" y="424753"/>
                </a:lnTo>
                <a:lnTo>
                  <a:pt x="4415762" y="462271"/>
                </a:lnTo>
                <a:lnTo>
                  <a:pt x="4474079" y="501237"/>
                </a:lnTo>
                <a:lnTo>
                  <a:pt x="4531413" y="541616"/>
                </a:lnTo>
                <a:lnTo>
                  <a:pt x="4587748" y="583397"/>
                </a:lnTo>
                <a:lnTo>
                  <a:pt x="4643032" y="626541"/>
                </a:lnTo>
                <a:lnTo>
                  <a:pt x="4697249" y="671036"/>
                </a:lnTo>
                <a:lnTo>
                  <a:pt x="4750350" y="716840"/>
                </a:lnTo>
                <a:lnTo>
                  <a:pt x="4802318" y="763942"/>
                </a:lnTo>
                <a:lnTo>
                  <a:pt x="4853107" y="812297"/>
                </a:lnTo>
                <a:lnTo>
                  <a:pt x="4902701" y="861891"/>
                </a:lnTo>
                <a:lnTo>
                  <a:pt x="4951056" y="912680"/>
                </a:lnTo>
                <a:lnTo>
                  <a:pt x="4998157" y="964648"/>
                </a:lnTo>
                <a:lnTo>
                  <a:pt x="5043962" y="1017749"/>
                </a:lnTo>
                <a:lnTo>
                  <a:pt x="5088457" y="1071965"/>
                </a:lnTo>
                <a:lnTo>
                  <a:pt x="5131600" y="1127249"/>
                </a:lnTo>
                <a:lnTo>
                  <a:pt x="5173381" y="1183584"/>
                </a:lnTo>
                <a:lnTo>
                  <a:pt x="5213761" y="1240918"/>
                </a:lnTo>
                <a:lnTo>
                  <a:pt x="5252727" y="1299235"/>
                </a:lnTo>
                <a:lnTo>
                  <a:pt x="5290244" y="1358482"/>
                </a:lnTo>
                <a:lnTo>
                  <a:pt x="5326302" y="1418641"/>
                </a:lnTo>
                <a:lnTo>
                  <a:pt x="5360867" y="1479657"/>
                </a:lnTo>
                <a:lnTo>
                  <a:pt x="5393930" y="1541512"/>
                </a:lnTo>
                <a:lnTo>
                  <a:pt x="5425459" y="1604151"/>
                </a:lnTo>
                <a:lnTo>
                  <a:pt x="5455447" y="1667554"/>
                </a:lnTo>
                <a:lnTo>
                  <a:pt x="5483865" y="1731664"/>
                </a:lnTo>
                <a:lnTo>
                  <a:pt x="5510705" y="1796463"/>
                </a:lnTo>
                <a:lnTo>
                  <a:pt x="5535943" y="1861890"/>
                </a:lnTo>
                <a:lnTo>
                  <a:pt x="5559572" y="1927927"/>
                </a:lnTo>
                <a:lnTo>
                  <a:pt x="5581570" y="1994515"/>
                </a:lnTo>
                <a:lnTo>
                  <a:pt x="5601929" y="2061632"/>
                </a:lnTo>
                <a:lnTo>
                  <a:pt x="5620633" y="2129218"/>
                </a:lnTo>
                <a:lnTo>
                  <a:pt x="5637675" y="2197253"/>
                </a:lnTo>
                <a:lnTo>
                  <a:pt x="5653040" y="2265676"/>
                </a:lnTo>
                <a:lnTo>
                  <a:pt x="5666723" y="2334465"/>
                </a:lnTo>
                <a:lnTo>
                  <a:pt x="5678712" y="2403559"/>
                </a:lnTo>
                <a:lnTo>
                  <a:pt x="5689004" y="2472937"/>
                </a:lnTo>
                <a:lnTo>
                  <a:pt x="5697588" y="2542537"/>
                </a:lnTo>
                <a:lnTo>
                  <a:pt x="5704463" y="2612336"/>
                </a:lnTo>
                <a:lnTo>
                  <a:pt x="5709622" y="2682273"/>
                </a:lnTo>
                <a:lnTo>
                  <a:pt x="5713063" y="2752325"/>
                </a:lnTo>
                <a:lnTo>
                  <a:pt x="5714784" y="2822431"/>
                </a:lnTo>
                <a:lnTo>
                  <a:pt x="5714999" y="2857499"/>
                </a:lnTo>
                <a:lnTo>
                  <a:pt x="5714784" y="2892568"/>
                </a:lnTo>
                <a:lnTo>
                  <a:pt x="5713063" y="2962673"/>
                </a:lnTo>
                <a:lnTo>
                  <a:pt x="5709622" y="3032726"/>
                </a:lnTo>
                <a:lnTo>
                  <a:pt x="5704463" y="3102663"/>
                </a:lnTo>
                <a:lnTo>
                  <a:pt x="5697588" y="3172462"/>
                </a:lnTo>
                <a:lnTo>
                  <a:pt x="5689004" y="3242061"/>
                </a:lnTo>
                <a:lnTo>
                  <a:pt x="5678712" y="3311439"/>
                </a:lnTo>
                <a:lnTo>
                  <a:pt x="5666723" y="3380533"/>
                </a:lnTo>
                <a:lnTo>
                  <a:pt x="5653040" y="3449322"/>
                </a:lnTo>
                <a:lnTo>
                  <a:pt x="5637675" y="3517745"/>
                </a:lnTo>
                <a:lnTo>
                  <a:pt x="5620633" y="3585780"/>
                </a:lnTo>
                <a:lnTo>
                  <a:pt x="5601929" y="3653366"/>
                </a:lnTo>
                <a:lnTo>
                  <a:pt x="5581570" y="3720483"/>
                </a:lnTo>
                <a:lnTo>
                  <a:pt x="5559572" y="3787070"/>
                </a:lnTo>
                <a:lnTo>
                  <a:pt x="5535943" y="3853107"/>
                </a:lnTo>
                <a:lnTo>
                  <a:pt x="5510705" y="3918535"/>
                </a:lnTo>
                <a:lnTo>
                  <a:pt x="5483865" y="3983333"/>
                </a:lnTo>
                <a:lnTo>
                  <a:pt x="5455447" y="4047444"/>
                </a:lnTo>
                <a:lnTo>
                  <a:pt x="5425460" y="4110847"/>
                </a:lnTo>
                <a:lnTo>
                  <a:pt x="5393930" y="4173486"/>
                </a:lnTo>
                <a:lnTo>
                  <a:pt x="5360867" y="4235341"/>
                </a:lnTo>
                <a:lnTo>
                  <a:pt x="5326302" y="4296357"/>
                </a:lnTo>
                <a:lnTo>
                  <a:pt x="5290245" y="4356515"/>
                </a:lnTo>
                <a:lnTo>
                  <a:pt x="5252727" y="4415762"/>
                </a:lnTo>
                <a:lnTo>
                  <a:pt x="5213761" y="4474079"/>
                </a:lnTo>
                <a:lnTo>
                  <a:pt x="5173381" y="4531413"/>
                </a:lnTo>
                <a:lnTo>
                  <a:pt x="5131600" y="4587748"/>
                </a:lnTo>
                <a:lnTo>
                  <a:pt x="5088457" y="4643032"/>
                </a:lnTo>
                <a:lnTo>
                  <a:pt x="5043962" y="4697249"/>
                </a:lnTo>
                <a:lnTo>
                  <a:pt x="4998157" y="4750350"/>
                </a:lnTo>
                <a:lnTo>
                  <a:pt x="4951056" y="4802318"/>
                </a:lnTo>
                <a:lnTo>
                  <a:pt x="4902701" y="4853107"/>
                </a:lnTo>
                <a:lnTo>
                  <a:pt x="4853107" y="4902701"/>
                </a:lnTo>
                <a:lnTo>
                  <a:pt x="4802318" y="4951056"/>
                </a:lnTo>
                <a:lnTo>
                  <a:pt x="4750349" y="4998157"/>
                </a:lnTo>
                <a:lnTo>
                  <a:pt x="4697249" y="5043962"/>
                </a:lnTo>
                <a:lnTo>
                  <a:pt x="4643032" y="5088457"/>
                </a:lnTo>
                <a:lnTo>
                  <a:pt x="4587748" y="5131600"/>
                </a:lnTo>
                <a:lnTo>
                  <a:pt x="4531413" y="5173381"/>
                </a:lnTo>
                <a:lnTo>
                  <a:pt x="4474079" y="5213761"/>
                </a:lnTo>
                <a:lnTo>
                  <a:pt x="4415762" y="5252727"/>
                </a:lnTo>
                <a:lnTo>
                  <a:pt x="4356515" y="5290244"/>
                </a:lnTo>
                <a:lnTo>
                  <a:pt x="4296357" y="5326302"/>
                </a:lnTo>
                <a:lnTo>
                  <a:pt x="4235341" y="5360867"/>
                </a:lnTo>
                <a:lnTo>
                  <a:pt x="4173486" y="5393930"/>
                </a:lnTo>
                <a:lnTo>
                  <a:pt x="4110847" y="5425459"/>
                </a:lnTo>
                <a:lnTo>
                  <a:pt x="4047444" y="5455447"/>
                </a:lnTo>
                <a:lnTo>
                  <a:pt x="3983333" y="5483865"/>
                </a:lnTo>
                <a:lnTo>
                  <a:pt x="3918535" y="5510705"/>
                </a:lnTo>
                <a:lnTo>
                  <a:pt x="3853107" y="5535943"/>
                </a:lnTo>
                <a:lnTo>
                  <a:pt x="3787070" y="5559572"/>
                </a:lnTo>
                <a:lnTo>
                  <a:pt x="3720483" y="5581570"/>
                </a:lnTo>
                <a:lnTo>
                  <a:pt x="3653366" y="5601929"/>
                </a:lnTo>
                <a:lnTo>
                  <a:pt x="3585780" y="5620633"/>
                </a:lnTo>
                <a:lnTo>
                  <a:pt x="3517745" y="5637675"/>
                </a:lnTo>
                <a:lnTo>
                  <a:pt x="3449322" y="5653040"/>
                </a:lnTo>
                <a:lnTo>
                  <a:pt x="3380533" y="5666723"/>
                </a:lnTo>
                <a:lnTo>
                  <a:pt x="3311439" y="5678712"/>
                </a:lnTo>
                <a:lnTo>
                  <a:pt x="3242061" y="5689004"/>
                </a:lnTo>
                <a:lnTo>
                  <a:pt x="3172462" y="5697588"/>
                </a:lnTo>
                <a:lnTo>
                  <a:pt x="3102663" y="5704463"/>
                </a:lnTo>
                <a:lnTo>
                  <a:pt x="3032726" y="5709621"/>
                </a:lnTo>
                <a:lnTo>
                  <a:pt x="2962673" y="5713063"/>
                </a:lnTo>
                <a:lnTo>
                  <a:pt x="2892568" y="5714784"/>
                </a:lnTo>
                <a:lnTo>
                  <a:pt x="2857499" y="5714999"/>
                </a:lnTo>
                <a:close/>
              </a:path>
            </a:pathLst>
          </a:custGeom>
          <a:solidFill>
            <a:srgbClr val="7E0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85442" y="344278"/>
            <a:ext cx="6221095" cy="5803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600" spc="-100" dirty="0">
                <a:latin typeface="Arial"/>
                <a:cs typeface="Arial"/>
              </a:rPr>
              <a:t>Translation</a:t>
            </a:r>
            <a:r>
              <a:rPr sz="3600" spc="-150" dirty="0">
                <a:latin typeface="Arial"/>
                <a:cs typeface="Arial"/>
              </a:rPr>
              <a:t> </a:t>
            </a:r>
            <a:r>
              <a:rPr sz="3600" spc="-40" dirty="0">
                <a:latin typeface="Arial"/>
                <a:cs typeface="Arial"/>
              </a:rPr>
              <a:t>Pipeline</a:t>
            </a:r>
            <a:r>
              <a:rPr sz="3600" spc="-185" dirty="0">
                <a:latin typeface="Arial"/>
                <a:cs typeface="Arial"/>
              </a:rPr>
              <a:t> </a:t>
            </a:r>
            <a:r>
              <a:rPr sz="3600" spc="-30" dirty="0">
                <a:latin typeface="Arial"/>
                <a:cs typeface="Arial"/>
              </a:rPr>
              <a:t>(Agentic)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1249" y="13620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8"/>
                </a:lnTo>
                <a:lnTo>
                  <a:pt x="94749" y="658401"/>
                </a:lnTo>
                <a:lnTo>
                  <a:pt x="57756" y="638628"/>
                </a:lnTo>
                <a:lnTo>
                  <a:pt x="28120" y="608992"/>
                </a:lnTo>
                <a:lnTo>
                  <a:pt x="8347" y="572000"/>
                </a:lnTo>
                <a:lnTo>
                  <a:pt x="171" y="530894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8"/>
                </a:lnTo>
                <a:lnTo>
                  <a:pt x="634319" y="52234"/>
                </a:lnTo>
                <a:lnTo>
                  <a:pt x="655873" y="88198"/>
                </a:lnTo>
                <a:lnTo>
                  <a:pt x="666063" y="128870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9"/>
                </a:lnTo>
                <a:lnTo>
                  <a:pt x="642670" y="603251"/>
                </a:lnTo>
                <a:lnTo>
                  <a:pt x="614514" y="634319"/>
                </a:lnTo>
                <a:lnTo>
                  <a:pt x="578550" y="655874"/>
                </a:lnTo>
                <a:lnTo>
                  <a:pt x="537879" y="666063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11722" y="1425575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90" dirty="0">
                <a:solidFill>
                  <a:srgbClr val="FFFFFF"/>
                </a:solidFill>
                <a:latin typeface="Segoe UI Symbol"/>
                <a:cs typeface="Segoe UI Symbol"/>
              </a:rPr>
              <a:t>📄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5799" y="1287972"/>
            <a:ext cx="2527935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25" dirty="0">
                <a:solidFill>
                  <a:srgbClr val="FFFFFF"/>
                </a:solidFill>
                <a:latin typeface="Lucida Sans"/>
                <a:cs typeface="Lucida Sans"/>
              </a:rPr>
              <a:t>PDF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35" dirty="0">
                <a:solidFill>
                  <a:srgbClr val="A0A0A0"/>
                </a:solidFill>
                <a:latin typeface="Verdana"/>
                <a:cs typeface="Verdana"/>
              </a:rPr>
              <a:t>Upload</a:t>
            </a:r>
            <a:r>
              <a:rPr sz="130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A0A0A0"/>
                </a:solidFill>
                <a:latin typeface="Verdana"/>
                <a:cs typeface="Verdana"/>
              </a:rPr>
              <a:t>for</a:t>
            </a:r>
            <a:r>
              <a:rPr sz="130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A0A0A0"/>
                </a:solidFill>
                <a:latin typeface="Verdana"/>
                <a:cs typeface="Verdana"/>
              </a:rPr>
              <a:t>translation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1249" y="26955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8"/>
                </a:lnTo>
                <a:lnTo>
                  <a:pt x="94749" y="658401"/>
                </a:lnTo>
                <a:lnTo>
                  <a:pt x="57756" y="638628"/>
                </a:lnTo>
                <a:lnTo>
                  <a:pt x="28120" y="608992"/>
                </a:lnTo>
                <a:lnTo>
                  <a:pt x="8347" y="571999"/>
                </a:lnTo>
                <a:lnTo>
                  <a:pt x="171" y="530893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399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8"/>
                </a:lnTo>
                <a:lnTo>
                  <a:pt x="634319" y="52234"/>
                </a:lnTo>
                <a:lnTo>
                  <a:pt x="655873" y="88198"/>
                </a:lnTo>
                <a:lnTo>
                  <a:pt x="666063" y="128870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9"/>
                </a:lnTo>
                <a:lnTo>
                  <a:pt x="642670" y="603251"/>
                </a:lnTo>
                <a:lnTo>
                  <a:pt x="614514" y="634320"/>
                </a:lnTo>
                <a:lnTo>
                  <a:pt x="578550" y="655873"/>
                </a:lnTo>
                <a:lnTo>
                  <a:pt x="537879" y="666063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11722" y="2759075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90" dirty="0">
                <a:solidFill>
                  <a:srgbClr val="FFFFFF"/>
                </a:solidFill>
                <a:latin typeface="Segoe UI Symbol"/>
                <a:cs typeface="Segoe UI Symbol"/>
              </a:rPr>
              <a:t>✂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5799" y="2621472"/>
            <a:ext cx="3408045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95" dirty="0">
                <a:solidFill>
                  <a:srgbClr val="FFFFFF"/>
                </a:solidFill>
                <a:latin typeface="Lucida Sans"/>
                <a:cs typeface="Lucida Sans"/>
              </a:rPr>
              <a:t>Extract</a:t>
            </a:r>
            <a:r>
              <a:rPr sz="1850" b="1" spc="-12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850" b="1" spc="-220" dirty="0">
                <a:solidFill>
                  <a:srgbClr val="FFFFFF"/>
                </a:solidFill>
                <a:latin typeface="Lucida Sans"/>
                <a:cs typeface="Lucida Sans"/>
              </a:rPr>
              <a:t>&amp;</a:t>
            </a:r>
            <a:r>
              <a:rPr sz="1850" b="1" spc="-11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Lucida Sans"/>
                <a:cs typeface="Lucida Sans"/>
              </a:rPr>
              <a:t>Chunk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70" dirty="0">
                <a:solidFill>
                  <a:srgbClr val="A0A0A0"/>
                </a:solidFill>
                <a:latin typeface="Verdana"/>
                <a:cs typeface="Verdana"/>
              </a:rPr>
              <a:t>Break</a:t>
            </a:r>
            <a:r>
              <a:rPr sz="1300" spc="-10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A0A0A0"/>
                </a:solidFill>
                <a:latin typeface="Verdana"/>
                <a:cs typeface="Verdana"/>
              </a:rPr>
              <a:t>into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A0A0A0"/>
                </a:solidFill>
                <a:latin typeface="Verdana"/>
                <a:cs typeface="Verdana"/>
              </a:rPr>
              <a:t>processable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A0A0A0"/>
                </a:solidFill>
                <a:latin typeface="Verdana"/>
                <a:cs typeface="Verdana"/>
              </a:rPr>
              <a:t>segments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81249" y="40290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8"/>
                </a:lnTo>
                <a:lnTo>
                  <a:pt x="94749" y="658401"/>
                </a:lnTo>
                <a:lnTo>
                  <a:pt x="57756" y="638628"/>
                </a:lnTo>
                <a:lnTo>
                  <a:pt x="28120" y="608992"/>
                </a:lnTo>
                <a:lnTo>
                  <a:pt x="8347" y="571999"/>
                </a:lnTo>
                <a:lnTo>
                  <a:pt x="171" y="530893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8"/>
                </a:lnTo>
                <a:lnTo>
                  <a:pt x="634319" y="52234"/>
                </a:lnTo>
                <a:lnTo>
                  <a:pt x="655873" y="88199"/>
                </a:lnTo>
                <a:lnTo>
                  <a:pt x="666063" y="128870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9"/>
                </a:lnTo>
                <a:lnTo>
                  <a:pt x="642670" y="603251"/>
                </a:lnTo>
                <a:lnTo>
                  <a:pt x="614514" y="634319"/>
                </a:lnTo>
                <a:lnTo>
                  <a:pt x="578550" y="655873"/>
                </a:lnTo>
                <a:lnTo>
                  <a:pt x="537879" y="666063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11722" y="4092575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195" dirty="0">
                <a:solidFill>
                  <a:srgbClr val="FFFFFF"/>
                </a:solidFill>
                <a:latin typeface="Segoe UI Symbol"/>
                <a:cs typeface="Segoe UI Symbol"/>
              </a:rPr>
              <a:t>🧠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5799" y="3954972"/>
            <a:ext cx="3996054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120" dirty="0">
                <a:solidFill>
                  <a:srgbClr val="FFFFFF"/>
                </a:solidFill>
                <a:latin typeface="Lucida Sans"/>
                <a:cs typeface="Lucida Sans"/>
              </a:rPr>
              <a:t>Mistral-</a:t>
            </a:r>
            <a:r>
              <a:rPr sz="1850" b="1" spc="-50" dirty="0">
                <a:solidFill>
                  <a:srgbClr val="FFFFFF"/>
                </a:solidFill>
                <a:latin typeface="Lucida Sans"/>
                <a:cs typeface="Lucida Sans"/>
              </a:rPr>
              <a:t>7B</a:t>
            </a:r>
            <a:r>
              <a:rPr sz="1850" b="1" spc="-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850" b="1" spc="-105" dirty="0">
                <a:solidFill>
                  <a:srgbClr val="FFFFFF"/>
                </a:solidFill>
                <a:latin typeface="Lucida Sans"/>
                <a:cs typeface="Lucida Sans"/>
              </a:rPr>
              <a:t>per</a:t>
            </a:r>
            <a:r>
              <a:rPr sz="1850" b="1" spc="-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Lucida Sans"/>
                <a:cs typeface="Lucida Sans"/>
              </a:rPr>
              <a:t>chunk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55" dirty="0">
                <a:solidFill>
                  <a:srgbClr val="A0A0A0"/>
                </a:solidFill>
                <a:latin typeface="Verdana"/>
                <a:cs typeface="Verdana"/>
              </a:rPr>
              <a:t>Specialized</a:t>
            </a:r>
            <a:r>
              <a:rPr sz="130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A0A0A0"/>
                </a:solidFill>
                <a:latin typeface="Verdana"/>
                <a:cs typeface="Verdana"/>
              </a:rPr>
              <a:t>translation</a:t>
            </a:r>
            <a:r>
              <a:rPr sz="130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A0A0A0"/>
                </a:solidFill>
                <a:latin typeface="Verdana"/>
                <a:cs typeface="Verdana"/>
              </a:rPr>
              <a:t>processing</a:t>
            </a:r>
            <a:r>
              <a:rPr sz="1300" spc="-9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A0A0A0"/>
                </a:solidFill>
                <a:latin typeface="Verdana"/>
                <a:cs typeface="Verdana"/>
              </a:rPr>
              <a:t>for</a:t>
            </a:r>
            <a:r>
              <a:rPr sz="130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A0A0A0"/>
                </a:solidFill>
                <a:latin typeface="Verdana"/>
                <a:cs typeface="Verdana"/>
              </a:rPr>
              <a:t>each</a:t>
            </a:r>
            <a:r>
              <a:rPr sz="1300" spc="-9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A0A0A0"/>
                </a:solidFill>
                <a:latin typeface="Verdana"/>
                <a:cs typeface="Verdana"/>
              </a:rPr>
              <a:t>segment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81249" y="53625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8"/>
                </a:lnTo>
                <a:lnTo>
                  <a:pt x="94749" y="658401"/>
                </a:lnTo>
                <a:lnTo>
                  <a:pt x="57756" y="638628"/>
                </a:lnTo>
                <a:lnTo>
                  <a:pt x="28120" y="608992"/>
                </a:lnTo>
                <a:lnTo>
                  <a:pt x="8347" y="571999"/>
                </a:lnTo>
                <a:lnTo>
                  <a:pt x="171" y="530893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398"/>
                </a:lnTo>
                <a:lnTo>
                  <a:pt x="24078" y="63496"/>
                </a:lnTo>
                <a:lnTo>
                  <a:pt x="52234" y="32428"/>
                </a:lnTo>
                <a:lnTo>
                  <a:pt x="88198" y="10874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7"/>
                </a:lnTo>
                <a:lnTo>
                  <a:pt x="634319" y="52234"/>
                </a:lnTo>
                <a:lnTo>
                  <a:pt x="655873" y="88198"/>
                </a:lnTo>
                <a:lnTo>
                  <a:pt x="666063" y="128870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9"/>
                </a:lnTo>
                <a:lnTo>
                  <a:pt x="642670" y="603250"/>
                </a:lnTo>
                <a:lnTo>
                  <a:pt x="614514" y="634319"/>
                </a:lnTo>
                <a:lnTo>
                  <a:pt x="578550" y="655873"/>
                </a:lnTo>
                <a:lnTo>
                  <a:pt x="537879" y="666063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11722" y="5426074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90" dirty="0">
                <a:solidFill>
                  <a:srgbClr val="FFFFFF"/>
                </a:solidFill>
                <a:latin typeface="Segoe UI Symbol"/>
                <a:cs typeface="Segoe UI Symbol"/>
              </a:rPr>
              <a:t>🔄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25799" y="5288471"/>
            <a:ext cx="4522470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10" dirty="0">
                <a:solidFill>
                  <a:srgbClr val="FFFFFF"/>
                </a:solidFill>
                <a:latin typeface="Lucida Sans"/>
                <a:cs typeface="Lucida Sans"/>
              </a:rPr>
              <a:t>Merge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40" dirty="0">
                <a:solidFill>
                  <a:srgbClr val="A0A0A0"/>
                </a:solidFill>
                <a:latin typeface="Verdana"/>
                <a:cs typeface="Verdana"/>
              </a:rPr>
              <a:t>Combine</a:t>
            </a:r>
            <a:r>
              <a:rPr sz="1300" spc="-8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A0A0A0"/>
                </a:solidFill>
                <a:latin typeface="Verdana"/>
                <a:cs typeface="Verdana"/>
              </a:rPr>
              <a:t>translated</a:t>
            </a:r>
            <a:r>
              <a:rPr sz="1300" spc="-8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A0A0A0"/>
                </a:solidFill>
                <a:latin typeface="Verdana"/>
                <a:cs typeface="Verdana"/>
              </a:rPr>
              <a:t>segments</a:t>
            </a:r>
            <a:r>
              <a:rPr sz="1300" spc="-8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A0A0A0"/>
                </a:solidFill>
                <a:latin typeface="Verdana"/>
                <a:cs typeface="Verdana"/>
              </a:rPr>
              <a:t>maintaining</a:t>
            </a:r>
            <a:r>
              <a:rPr sz="1300" spc="-8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8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flow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81249" y="66960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8"/>
                </a:lnTo>
                <a:lnTo>
                  <a:pt x="94749" y="658401"/>
                </a:lnTo>
                <a:lnTo>
                  <a:pt x="57756" y="638627"/>
                </a:lnTo>
                <a:lnTo>
                  <a:pt x="28120" y="608992"/>
                </a:lnTo>
                <a:lnTo>
                  <a:pt x="8347" y="571998"/>
                </a:lnTo>
                <a:lnTo>
                  <a:pt x="171" y="530894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399"/>
                </a:lnTo>
                <a:lnTo>
                  <a:pt x="24078" y="63496"/>
                </a:lnTo>
                <a:lnTo>
                  <a:pt x="52234" y="32429"/>
                </a:lnTo>
                <a:lnTo>
                  <a:pt x="88198" y="10874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7"/>
                </a:lnTo>
                <a:lnTo>
                  <a:pt x="634319" y="52234"/>
                </a:lnTo>
                <a:lnTo>
                  <a:pt x="655873" y="88198"/>
                </a:lnTo>
                <a:lnTo>
                  <a:pt x="666063" y="128869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8"/>
                </a:lnTo>
                <a:lnTo>
                  <a:pt x="642670" y="603250"/>
                </a:lnTo>
                <a:lnTo>
                  <a:pt x="614514" y="634319"/>
                </a:lnTo>
                <a:lnTo>
                  <a:pt x="578550" y="655873"/>
                </a:lnTo>
                <a:lnTo>
                  <a:pt x="537879" y="666063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11722" y="6759575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90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25799" y="6621971"/>
            <a:ext cx="3604260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100" dirty="0">
                <a:solidFill>
                  <a:srgbClr val="FFFFFF"/>
                </a:solidFill>
                <a:latin typeface="Lucida Sans"/>
                <a:cs typeface="Lucida Sans"/>
              </a:rPr>
              <a:t>Final</a:t>
            </a:r>
            <a:r>
              <a:rPr sz="1850" b="1" spc="-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850" b="1" spc="-20" dirty="0">
                <a:solidFill>
                  <a:srgbClr val="FFFFFF"/>
                </a:solidFill>
                <a:latin typeface="Lucida Sans"/>
                <a:cs typeface="Lucida Sans"/>
              </a:rPr>
              <a:t>Pass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65" dirty="0">
                <a:solidFill>
                  <a:srgbClr val="A0A0A0"/>
                </a:solidFill>
                <a:latin typeface="Verdana"/>
                <a:cs typeface="Verdana"/>
              </a:rPr>
              <a:t>Quality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A0A0A0"/>
                </a:solidFill>
                <a:latin typeface="Verdana"/>
                <a:cs typeface="Verdana"/>
              </a:rPr>
              <a:t>check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A0A0A0"/>
                </a:solidFill>
                <a:latin typeface="Verdana"/>
                <a:cs typeface="Verdana"/>
              </a:rPr>
              <a:t>and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A0A0A0"/>
                </a:solidFill>
                <a:latin typeface="Verdana"/>
                <a:cs typeface="Verdana"/>
              </a:rPr>
              <a:t>terminology</a:t>
            </a:r>
            <a:r>
              <a:rPr sz="1300" spc="-10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A0A0A0"/>
                </a:solidFill>
                <a:latin typeface="Verdana"/>
                <a:cs typeface="Verdana"/>
              </a:rPr>
              <a:t>standardization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81249" y="8029574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523874" y="666749"/>
                </a:moveTo>
                <a:lnTo>
                  <a:pt x="142874" y="666749"/>
                </a:lnTo>
                <a:lnTo>
                  <a:pt x="135855" y="666577"/>
                </a:lnTo>
                <a:lnTo>
                  <a:pt x="94749" y="658400"/>
                </a:lnTo>
                <a:lnTo>
                  <a:pt x="57756" y="638627"/>
                </a:lnTo>
                <a:lnTo>
                  <a:pt x="28120" y="608992"/>
                </a:lnTo>
                <a:lnTo>
                  <a:pt x="8347" y="571999"/>
                </a:lnTo>
                <a:lnTo>
                  <a:pt x="171" y="530893"/>
                </a:lnTo>
                <a:lnTo>
                  <a:pt x="0" y="523874"/>
                </a:lnTo>
                <a:lnTo>
                  <a:pt x="0" y="142874"/>
                </a:lnTo>
                <a:lnTo>
                  <a:pt x="6150" y="101399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4"/>
                </a:lnTo>
                <a:lnTo>
                  <a:pt x="128870" y="686"/>
                </a:lnTo>
                <a:lnTo>
                  <a:pt x="142874" y="0"/>
                </a:lnTo>
                <a:lnTo>
                  <a:pt x="523874" y="0"/>
                </a:lnTo>
                <a:lnTo>
                  <a:pt x="565349" y="6150"/>
                </a:lnTo>
                <a:lnTo>
                  <a:pt x="603251" y="24078"/>
                </a:lnTo>
                <a:lnTo>
                  <a:pt x="634319" y="52234"/>
                </a:lnTo>
                <a:lnTo>
                  <a:pt x="655873" y="88198"/>
                </a:lnTo>
                <a:lnTo>
                  <a:pt x="666063" y="128870"/>
                </a:lnTo>
                <a:lnTo>
                  <a:pt x="666749" y="142874"/>
                </a:lnTo>
                <a:lnTo>
                  <a:pt x="666749" y="523874"/>
                </a:lnTo>
                <a:lnTo>
                  <a:pt x="660599" y="565348"/>
                </a:lnTo>
                <a:lnTo>
                  <a:pt x="642670" y="603250"/>
                </a:lnTo>
                <a:lnTo>
                  <a:pt x="614514" y="634319"/>
                </a:lnTo>
                <a:lnTo>
                  <a:pt x="578550" y="655873"/>
                </a:lnTo>
                <a:lnTo>
                  <a:pt x="537879" y="666062"/>
                </a:lnTo>
                <a:lnTo>
                  <a:pt x="523874" y="6667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11722" y="8093075"/>
            <a:ext cx="40576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90" dirty="0">
                <a:solidFill>
                  <a:srgbClr val="FFFFFF"/>
                </a:solidFill>
                <a:latin typeface="Segoe UI Symbol"/>
                <a:cs typeface="Segoe UI Symbol"/>
              </a:rPr>
              <a:t>📝</a:t>
            </a:r>
            <a:endParaRPr sz="285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25799" y="7955471"/>
            <a:ext cx="2910205" cy="6826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50" b="1" spc="-10" dirty="0">
                <a:solidFill>
                  <a:srgbClr val="FFFFFF"/>
                </a:solidFill>
                <a:latin typeface="Lucida Sans"/>
                <a:cs typeface="Lucida Sans"/>
              </a:rPr>
              <a:t>Output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300" spc="-75" dirty="0">
                <a:solidFill>
                  <a:srgbClr val="A0A0A0"/>
                </a:solidFill>
                <a:latin typeface="Verdana"/>
                <a:cs typeface="Verdana"/>
              </a:rPr>
              <a:t>Translated</a:t>
            </a:r>
            <a:r>
              <a:rPr sz="130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A0A0A0"/>
                </a:solidFill>
                <a:latin typeface="Verdana"/>
                <a:cs typeface="Verdana"/>
              </a:rPr>
              <a:t>document</a:t>
            </a:r>
            <a:r>
              <a:rPr sz="130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85" dirty="0">
                <a:solidFill>
                  <a:srgbClr val="A0A0A0"/>
                </a:solidFill>
                <a:latin typeface="Verdana"/>
                <a:cs typeface="Verdana"/>
              </a:rPr>
              <a:t>ready</a:t>
            </a:r>
            <a:r>
              <a:rPr sz="1300" spc="-10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70" dirty="0">
                <a:solidFill>
                  <a:srgbClr val="A0A0A0"/>
                </a:solidFill>
                <a:latin typeface="Verdana"/>
                <a:cs typeface="Verdana"/>
              </a:rPr>
              <a:t>for</a:t>
            </a:r>
            <a:r>
              <a:rPr sz="130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A0A0A0"/>
                </a:solidFill>
                <a:latin typeface="Verdana"/>
                <a:cs typeface="Verdana"/>
              </a:rPr>
              <a:t>export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47874" y="8982074"/>
            <a:ext cx="2381250" cy="1695450"/>
          </a:xfrm>
          <a:custGeom>
            <a:avLst/>
            <a:gdLst/>
            <a:ahLst/>
            <a:cxnLst/>
            <a:rect l="l" t="t" r="r" b="b"/>
            <a:pathLst>
              <a:path w="2381250" h="1695450">
                <a:moveTo>
                  <a:pt x="2238374" y="1695449"/>
                </a:moveTo>
                <a:lnTo>
                  <a:pt x="142874" y="1695449"/>
                </a:lnTo>
                <a:lnTo>
                  <a:pt x="135855" y="1695277"/>
                </a:lnTo>
                <a:lnTo>
                  <a:pt x="94749" y="1687100"/>
                </a:lnTo>
                <a:lnTo>
                  <a:pt x="57756" y="1667327"/>
                </a:lnTo>
                <a:lnTo>
                  <a:pt x="28120" y="1637693"/>
                </a:lnTo>
                <a:lnTo>
                  <a:pt x="8347" y="1600699"/>
                </a:lnTo>
                <a:lnTo>
                  <a:pt x="171" y="1559593"/>
                </a:lnTo>
                <a:lnTo>
                  <a:pt x="0" y="155257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2238374" y="0"/>
                </a:lnTo>
                <a:lnTo>
                  <a:pt x="2279849" y="6150"/>
                </a:lnTo>
                <a:lnTo>
                  <a:pt x="2317751" y="24078"/>
                </a:lnTo>
                <a:lnTo>
                  <a:pt x="2348819" y="52234"/>
                </a:lnTo>
                <a:lnTo>
                  <a:pt x="2370373" y="88198"/>
                </a:lnTo>
                <a:lnTo>
                  <a:pt x="2380563" y="128870"/>
                </a:lnTo>
                <a:lnTo>
                  <a:pt x="2381249" y="142874"/>
                </a:lnTo>
                <a:lnTo>
                  <a:pt x="2381249" y="1552574"/>
                </a:lnTo>
                <a:lnTo>
                  <a:pt x="2375098" y="1594048"/>
                </a:lnTo>
                <a:lnTo>
                  <a:pt x="2357170" y="1631951"/>
                </a:lnTo>
                <a:lnTo>
                  <a:pt x="2329014" y="1663019"/>
                </a:lnTo>
                <a:lnTo>
                  <a:pt x="2293050" y="1684572"/>
                </a:lnTo>
                <a:lnTo>
                  <a:pt x="2252379" y="1694762"/>
                </a:lnTo>
                <a:lnTo>
                  <a:pt x="2238374" y="16954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78050" y="9089628"/>
            <a:ext cx="1930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10" dirty="0">
                <a:solidFill>
                  <a:srgbClr val="00C8FF"/>
                </a:solidFill>
                <a:latin typeface="Source Code Pro"/>
                <a:cs typeface="Source Code Pro"/>
              </a:rPr>
              <a:t>🤖</a:t>
            </a:r>
            <a:r>
              <a:rPr sz="1600" spc="-170" dirty="0">
                <a:solidFill>
                  <a:srgbClr val="00C8FF"/>
                </a:solidFill>
                <a:latin typeface="Source Code Pro"/>
                <a:cs typeface="Source Code Pro"/>
              </a:rPr>
              <a:t> </a:t>
            </a:r>
            <a:r>
              <a:rPr sz="1500" spc="-140" dirty="0">
                <a:solidFill>
                  <a:srgbClr val="FFFFFF"/>
                </a:solidFill>
                <a:latin typeface="Arial Black"/>
                <a:cs typeface="Arial Black"/>
              </a:rPr>
              <a:t>Agentic</a:t>
            </a:r>
            <a:r>
              <a:rPr sz="1500" spc="-110" dirty="0">
                <a:solidFill>
                  <a:srgbClr val="FFFFFF"/>
                </a:solidFill>
                <a:latin typeface="Arial Black"/>
                <a:cs typeface="Arial Black"/>
              </a:rPr>
              <a:t> Workflow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8050" y="9448577"/>
            <a:ext cx="199771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1250" spc="-80" dirty="0">
                <a:solidFill>
                  <a:srgbClr val="A0A0A0"/>
                </a:solidFill>
                <a:latin typeface="Verdana"/>
                <a:cs typeface="Verdana"/>
              </a:rPr>
              <a:t>Stepwise</a:t>
            </a: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65" dirty="0">
                <a:solidFill>
                  <a:srgbClr val="A0A0A0"/>
                </a:solidFill>
                <a:latin typeface="Verdana"/>
                <a:cs typeface="Verdana"/>
              </a:rPr>
              <a:t>processing</a:t>
            </a:r>
            <a:r>
              <a:rPr sz="1250" spc="-9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A0A0A0"/>
                </a:solidFill>
                <a:latin typeface="Verdana"/>
                <a:cs typeface="Verdana"/>
              </a:rPr>
              <a:t>with </a:t>
            </a:r>
            <a:r>
              <a:rPr sz="1250" spc="-55" dirty="0">
                <a:solidFill>
                  <a:srgbClr val="A0A0A0"/>
                </a:solidFill>
                <a:latin typeface="Verdana"/>
                <a:cs typeface="Verdana"/>
              </a:rPr>
              <a:t>intelligent</a:t>
            </a:r>
            <a:r>
              <a:rPr sz="1250" spc="4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70" dirty="0">
                <a:solidFill>
                  <a:srgbClr val="A0A0A0"/>
                </a:solidFill>
                <a:latin typeface="Verdana"/>
                <a:cs typeface="Verdana"/>
              </a:rPr>
              <a:t>decision-</a:t>
            </a:r>
            <a:r>
              <a:rPr sz="1250" spc="-30" dirty="0">
                <a:solidFill>
                  <a:srgbClr val="A0A0A0"/>
                </a:solidFill>
                <a:latin typeface="Verdana"/>
                <a:cs typeface="Verdana"/>
              </a:rPr>
              <a:t>making </a:t>
            </a:r>
            <a:r>
              <a:rPr sz="1250" spc="-75" dirty="0">
                <a:solidFill>
                  <a:srgbClr val="A0A0A0"/>
                </a:solidFill>
                <a:latin typeface="Verdana"/>
                <a:cs typeface="Verdana"/>
              </a:rPr>
              <a:t>at</a:t>
            </a:r>
            <a:r>
              <a:rPr sz="1250" spc="-12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70" dirty="0">
                <a:solidFill>
                  <a:srgbClr val="A0A0A0"/>
                </a:solidFill>
                <a:latin typeface="Verdana"/>
                <a:cs typeface="Verdana"/>
              </a:rPr>
              <a:t>each</a:t>
            </a:r>
            <a:r>
              <a:rPr sz="125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75" dirty="0">
                <a:solidFill>
                  <a:srgbClr val="A0A0A0"/>
                </a:solidFill>
                <a:latin typeface="Verdana"/>
                <a:cs typeface="Verdana"/>
              </a:rPr>
              <a:t>stage</a:t>
            </a:r>
            <a:r>
              <a:rPr sz="125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80" dirty="0">
                <a:solidFill>
                  <a:srgbClr val="A0A0A0"/>
                </a:solidFill>
                <a:latin typeface="Verdana"/>
                <a:cs typeface="Verdana"/>
              </a:rPr>
              <a:t>for</a:t>
            </a:r>
            <a:r>
              <a:rPr sz="125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A0A0A0"/>
                </a:solidFill>
                <a:latin typeface="Verdana"/>
                <a:cs typeface="Verdana"/>
              </a:rPr>
              <a:t>optimal </a:t>
            </a:r>
            <a:r>
              <a:rPr sz="1250" spc="-75" dirty="0">
                <a:solidFill>
                  <a:srgbClr val="A0A0A0"/>
                </a:solidFill>
                <a:latin typeface="Verdana"/>
                <a:cs typeface="Verdana"/>
              </a:rPr>
              <a:t>translation</a:t>
            </a:r>
            <a:r>
              <a:rPr sz="1250" spc="-5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A0A0A0"/>
                </a:solidFill>
                <a:latin typeface="Verdana"/>
                <a:cs typeface="Verdana"/>
              </a:rPr>
              <a:t>quality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05374" y="8982074"/>
            <a:ext cx="2381250" cy="1695450"/>
          </a:xfrm>
          <a:custGeom>
            <a:avLst/>
            <a:gdLst/>
            <a:ahLst/>
            <a:cxnLst/>
            <a:rect l="l" t="t" r="r" b="b"/>
            <a:pathLst>
              <a:path w="2381250" h="1695450">
                <a:moveTo>
                  <a:pt x="2238374" y="1695449"/>
                </a:moveTo>
                <a:lnTo>
                  <a:pt x="142874" y="1695449"/>
                </a:lnTo>
                <a:lnTo>
                  <a:pt x="135855" y="1695277"/>
                </a:lnTo>
                <a:lnTo>
                  <a:pt x="94748" y="1687100"/>
                </a:lnTo>
                <a:lnTo>
                  <a:pt x="57756" y="1667327"/>
                </a:lnTo>
                <a:lnTo>
                  <a:pt x="28120" y="1637693"/>
                </a:lnTo>
                <a:lnTo>
                  <a:pt x="8347" y="1600699"/>
                </a:lnTo>
                <a:lnTo>
                  <a:pt x="171" y="1559593"/>
                </a:lnTo>
                <a:lnTo>
                  <a:pt x="0" y="1552574"/>
                </a:lnTo>
                <a:lnTo>
                  <a:pt x="0" y="142874"/>
                </a:lnTo>
                <a:lnTo>
                  <a:pt x="6149" y="101400"/>
                </a:lnTo>
                <a:lnTo>
                  <a:pt x="24077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2238374" y="0"/>
                </a:lnTo>
                <a:lnTo>
                  <a:pt x="2279849" y="6150"/>
                </a:lnTo>
                <a:lnTo>
                  <a:pt x="2317752" y="24078"/>
                </a:lnTo>
                <a:lnTo>
                  <a:pt x="2348820" y="52234"/>
                </a:lnTo>
                <a:lnTo>
                  <a:pt x="2370373" y="88198"/>
                </a:lnTo>
                <a:lnTo>
                  <a:pt x="2380563" y="128870"/>
                </a:lnTo>
                <a:lnTo>
                  <a:pt x="2381249" y="142874"/>
                </a:lnTo>
                <a:lnTo>
                  <a:pt x="2381249" y="1552574"/>
                </a:lnTo>
                <a:lnTo>
                  <a:pt x="2375098" y="1594048"/>
                </a:lnTo>
                <a:lnTo>
                  <a:pt x="2357171" y="1631951"/>
                </a:lnTo>
                <a:lnTo>
                  <a:pt x="2329014" y="1663019"/>
                </a:lnTo>
                <a:lnTo>
                  <a:pt x="2293050" y="1684572"/>
                </a:lnTo>
                <a:lnTo>
                  <a:pt x="2252379" y="1694762"/>
                </a:lnTo>
                <a:lnTo>
                  <a:pt x="2238374" y="16954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35549" y="9089628"/>
            <a:ext cx="20770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80" dirty="0">
                <a:solidFill>
                  <a:srgbClr val="00C8FF"/>
                </a:solidFill>
                <a:latin typeface="Segoe UI Symbol"/>
                <a:cs typeface="Segoe UI Symbol"/>
              </a:rPr>
              <a:t>🌐</a:t>
            </a:r>
            <a:r>
              <a:rPr sz="1600" spc="325" dirty="0">
                <a:solidFill>
                  <a:srgbClr val="00C8FF"/>
                </a:solidFill>
                <a:latin typeface="Segoe UI Symbol"/>
                <a:cs typeface="Segoe UI Symbol"/>
              </a:rPr>
              <a:t> </a:t>
            </a:r>
            <a:r>
              <a:rPr sz="1500" spc="-114" dirty="0">
                <a:solidFill>
                  <a:srgbClr val="FFFFFF"/>
                </a:solidFill>
                <a:latin typeface="Arial Black"/>
                <a:cs typeface="Arial Black"/>
              </a:rPr>
              <a:t>Domain</a:t>
            </a:r>
            <a:r>
              <a:rPr sz="15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14" dirty="0">
                <a:solidFill>
                  <a:srgbClr val="FFFFFF"/>
                </a:solidFill>
                <a:latin typeface="Arial Black"/>
                <a:cs typeface="Arial Black"/>
              </a:rPr>
              <a:t>Adaptation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35549" y="9448577"/>
            <a:ext cx="2070735" cy="62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1250" spc="-70" dirty="0">
                <a:solidFill>
                  <a:srgbClr val="A0A0A0"/>
                </a:solidFill>
                <a:latin typeface="Verdana"/>
                <a:cs typeface="Verdana"/>
              </a:rPr>
              <a:t>Specialized</a:t>
            </a:r>
            <a:r>
              <a:rPr sz="1250" spc="-6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A0A0A0"/>
                </a:solidFill>
                <a:latin typeface="Verdana"/>
                <a:cs typeface="Verdana"/>
              </a:rPr>
              <a:t>translations </a:t>
            </a:r>
            <a:r>
              <a:rPr sz="1250" spc="-70" dirty="0">
                <a:solidFill>
                  <a:srgbClr val="A0A0A0"/>
                </a:solidFill>
                <a:latin typeface="Verdana"/>
                <a:cs typeface="Verdana"/>
              </a:rPr>
              <a:t>tailored</a:t>
            </a: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70" dirty="0">
                <a:solidFill>
                  <a:srgbClr val="A0A0A0"/>
                </a:solidFill>
                <a:latin typeface="Verdana"/>
                <a:cs typeface="Verdana"/>
              </a:rPr>
              <a:t>to</a:t>
            </a:r>
            <a:r>
              <a:rPr sz="1250" spc="-9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60" dirty="0">
                <a:solidFill>
                  <a:srgbClr val="A0A0A0"/>
                </a:solidFill>
                <a:latin typeface="Verdana"/>
                <a:cs typeface="Verdana"/>
              </a:rPr>
              <a:t>specific</a:t>
            </a: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55" dirty="0">
                <a:solidFill>
                  <a:srgbClr val="A0A0A0"/>
                </a:solidFill>
                <a:latin typeface="Verdana"/>
                <a:cs typeface="Verdana"/>
              </a:rPr>
              <a:t>industries </a:t>
            </a:r>
            <a:r>
              <a:rPr sz="1250" spc="-60" dirty="0">
                <a:solidFill>
                  <a:srgbClr val="A0A0A0"/>
                </a:solidFill>
                <a:latin typeface="Verdana"/>
                <a:cs typeface="Verdana"/>
              </a:rPr>
              <a:t>and</a:t>
            </a:r>
            <a:r>
              <a:rPr sz="125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55" dirty="0">
                <a:solidFill>
                  <a:srgbClr val="A0A0A0"/>
                </a:solidFill>
                <a:latin typeface="Verdana"/>
                <a:cs typeface="Verdana"/>
              </a:rPr>
              <a:t>technical</a:t>
            </a:r>
            <a:r>
              <a:rPr sz="1250" spc="-11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A0A0A0"/>
                </a:solidFill>
                <a:latin typeface="Verdana"/>
                <a:cs typeface="Verdana"/>
              </a:rPr>
              <a:t>terminology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62874" y="8982074"/>
            <a:ext cx="2381250" cy="1695450"/>
          </a:xfrm>
          <a:custGeom>
            <a:avLst/>
            <a:gdLst/>
            <a:ahLst/>
            <a:cxnLst/>
            <a:rect l="l" t="t" r="r" b="b"/>
            <a:pathLst>
              <a:path w="2381250" h="1695450">
                <a:moveTo>
                  <a:pt x="2238374" y="1695449"/>
                </a:moveTo>
                <a:lnTo>
                  <a:pt x="142874" y="1695449"/>
                </a:lnTo>
                <a:lnTo>
                  <a:pt x="135855" y="1695277"/>
                </a:lnTo>
                <a:lnTo>
                  <a:pt x="94748" y="1687100"/>
                </a:lnTo>
                <a:lnTo>
                  <a:pt x="57755" y="1667327"/>
                </a:lnTo>
                <a:lnTo>
                  <a:pt x="28119" y="1637693"/>
                </a:lnTo>
                <a:lnTo>
                  <a:pt x="8347" y="1600699"/>
                </a:lnTo>
                <a:lnTo>
                  <a:pt x="171" y="1559593"/>
                </a:lnTo>
                <a:lnTo>
                  <a:pt x="0" y="1552574"/>
                </a:lnTo>
                <a:lnTo>
                  <a:pt x="0" y="142874"/>
                </a:lnTo>
                <a:lnTo>
                  <a:pt x="6149" y="101400"/>
                </a:lnTo>
                <a:lnTo>
                  <a:pt x="24077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2238374" y="0"/>
                </a:lnTo>
                <a:lnTo>
                  <a:pt x="2279848" y="6150"/>
                </a:lnTo>
                <a:lnTo>
                  <a:pt x="2317750" y="24078"/>
                </a:lnTo>
                <a:lnTo>
                  <a:pt x="2348817" y="52234"/>
                </a:lnTo>
                <a:lnTo>
                  <a:pt x="2370372" y="88198"/>
                </a:lnTo>
                <a:lnTo>
                  <a:pt x="2380562" y="128870"/>
                </a:lnTo>
                <a:lnTo>
                  <a:pt x="2381249" y="142874"/>
                </a:lnTo>
                <a:lnTo>
                  <a:pt x="2381249" y="1552574"/>
                </a:lnTo>
                <a:lnTo>
                  <a:pt x="2375098" y="1594048"/>
                </a:lnTo>
                <a:lnTo>
                  <a:pt x="2357168" y="1631951"/>
                </a:lnTo>
                <a:lnTo>
                  <a:pt x="2329014" y="1663019"/>
                </a:lnTo>
                <a:lnTo>
                  <a:pt x="2293049" y="1684572"/>
                </a:lnTo>
                <a:lnTo>
                  <a:pt x="2252378" y="1694762"/>
                </a:lnTo>
                <a:lnTo>
                  <a:pt x="2238374" y="1695449"/>
                </a:lnTo>
                <a:close/>
              </a:path>
            </a:pathLst>
          </a:custGeom>
          <a:solidFill>
            <a:srgbClr val="0E0E1D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893050" y="9222978"/>
            <a:ext cx="2393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0" dirty="0">
                <a:solidFill>
                  <a:srgbClr val="00C8FF"/>
                </a:solidFill>
                <a:latin typeface="Segoe UI Symbol"/>
                <a:cs typeface="Segoe UI Symbol"/>
              </a:rPr>
              <a:t>🔌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02314" y="9075073"/>
            <a:ext cx="122110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0"/>
              </a:spcBef>
            </a:pPr>
            <a:r>
              <a:rPr sz="1500" spc="-125" dirty="0">
                <a:solidFill>
                  <a:srgbClr val="FFFFFF"/>
                </a:solidFill>
                <a:latin typeface="Arial Black"/>
                <a:cs typeface="Arial Black"/>
              </a:rPr>
              <a:t>HuggingFace </a:t>
            </a:r>
            <a:r>
              <a:rPr sz="1500" spc="-40" dirty="0">
                <a:solidFill>
                  <a:srgbClr val="FFFFFF"/>
                </a:solidFill>
                <a:latin typeface="Arial Black"/>
                <a:cs typeface="Arial Black"/>
              </a:rPr>
              <a:t>Integration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93050" y="9705752"/>
            <a:ext cx="1844039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Seamless</a:t>
            </a:r>
            <a:r>
              <a:rPr sz="1250" spc="-8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A0A0A0"/>
                </a:solidFill>
                <a:latin typeface="Verdana"/>
                <a:cs typeface="Verdana"/>
              </a:rPr>
              <a:t>connection</a:t>
            </a:r>
            <a:r>
              <a:rPr sz="1250" spc="-8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A0A0A0"/>
                </a:solidFill>
                <a:latin typeface="Verdana"/>
                <a:cs typeface="Verdana"/>
              </a:rPr>
              <a:t>to </a:t>
            </a: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state-of-</a:t>
            </a:r>
            <a:r>
              <a:rPr sz="1250" spc="-80" dirty="0">
                <a:solidFill>
                  <a:srgbClr val="A0A0A0"/>
                </a:solidFill>
                <a:latin typeface="Verdana"/>
                <a:cs typeface="Verdana"/>
              </a:rPr>
              <a:t>the-art</a:t>
            </a:r>
            <a:r>
              <a:rPr sz="1250" spc="-5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40" dirty="0">
                <a:solidFill>
                  <a:srgbClr val="A0A0A0"/>
                </a:solidFill>
                <a:latin typeface="Verdana"/>
                <a:cs typeface="Verdana"/>
              </a:rPr>
              <a:t>language </a:t>
            </a:r>
            <a:r>
              <a:rPr sz="1250" spc="-60" dirty="0">
                <a:solidFill>
                  <a:srgbClr val="A0A0A0"/>
                </a:solidFill>
                <a:latin typeface="Verdana"/>
                <a:cs typeface="Verdana"/>
              </a:rPr>
              <a:t>models</a:t>
            </a:r>
            <a:r>
              <a:rPr sz="1250" spc="-120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95" dirty="0">
                <a:solidFill>
                  <a:srgbClr val="A0A0A0"/>
                </a:solidFill>
                <a:latin typeface="Verdana"/>
                <a:cs typeface="Verdana"/>
              </a:rPr>
              <a:t>via</a:t>
            </a:r>
            <a:r>
              <a:rPr sz="1250" spc="-114" dirty="0">
                <a:solidFill>
                  <a:srgbClr val="A0A0A0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A0A0A0"/>
                </a:solidFill>
                <a:latin typeface="Verdana"/>
                <a:cs typeface="Verdana"/>
              </a:rPr>
              <a:t>HuggingFace Endpoints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81699" y="2219324"/>
            <a:ext cx="228600" cy="333375"/>
            <a:chOff x="5981699" y="2219324"/>
            <a:chExt cx="228600" cy="333375"/>
          </a:xfrm>
        </p:grpSpPr>
        <p:sp>
          <p:nvSpPr>
            <p:cNvPr id="34" name="object 34"/>
            <p:cNvSpPr/>
            <p:nvPr/>
          </p:nvSpPr>
          <p:spPr>
            <a:xfrm>
              <a:off x="6067424" y="2219324"/>
              <a:ext cx="57150" cy="285750"/>
            </a:xfrm>
            <a:custGeom>
              <a:avLst/>
              <a:gdLst/>
              <a:ahLst/>
              <a:cxnLst/>
              <a:rect l="l" t="t" r="r" b="b"/>
              <a:pathLst>
                <a:path w="57150" h="285750">
                  <a:moveTo>
                    <a:pt x="571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2857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81699" y="2400299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114299" y="1523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523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981699" y="3552824"/>
            <a:ext cx="228600" cy="4333875"/>
            <a:chOff x="5981699" y="3552824"/>
            <a:chExt cx="228600" cy="4333875"/>
          </a:xfrm>
        </p:grpSpPr>
        <p:sp>
          <p:nvSpPr>
            <p:cNvPr id="37" name="object 37"/>
            <p:cNvSpPr/>
            <p:nvPr/>
          </p:nvSpPr>
          <p:spPr>
            <a:xfrm>
              <a:off x="6067424" y="3552824"/>
              <a:ext cx="57150" cy="285750"/>
            </a:xfrm>
            <a:custGeom>
              <a:avLst/>
              <a:gdLst/>
              <a:ahLst/>
              <a:cxnLst/>
              <a:rect l="l" t="t" r="r" b="b"/>
              <a:pathLst>
                <a:path w="57150" h="285750">
                  <a:moveTo>
                    <a:pt x="571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2857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81699" y="3733799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114299" y="1523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523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67424" y="4886324"/>
              <a:ext cx="57150" cy="285750"/>
            </a:xfrm>
            <a:custGeom>
              <a:avLst/>
              <a:gdLst/>
              <a:ahLst/>
              <a:cxnLst/>
              <a:rect l="l" t="t" r="r" b="b"/>
              <a:pathLst>
                <a:path w="57150" h="285750">
                  <a:moveTo>
                    <a:pt x="571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2857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81699" y="5067299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114299" y="1523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523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67424" y="6219824"/>
              <a:ext cx="57150" cy="285750"/>
            </a:xfrm>
            <a:custGeom>
              <a:avLst/>
              <a:gdLst/>
              <a:ahLst/>
              <a:cxnLst/>
              <a:rect l="l" t="t" r="r" b="b"/>
              <a:pathLst>
                <a:path w="57150" h="285750">
                  <a:moveTo>
                    <a:pt x="571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2857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81699" y="6400799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114299" y="1523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523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67424" y="7553324"/>
              <a:ext cx="57150" cy="285750"/>
            </a:xfrm>
            <a:custGeom>
              <a:avLst/>
              <a:gdLst/>
              <a:ahLst/>
              <a:cxnLst/>
              <a:rect l="l" t="t" r="r" b="b"/>
              <a:pathLst>
                <a:path w="57150" h="285750">
                  <a:moveTo>
                    <a:pt x="571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285749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81699" y="7734299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114299" y="1523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52399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0401299" y="10544174"/>
            <a:ext cx="1600200" cy="323850"/>
            <a:chOff x="10401299" y="10544174"/>
            <a:chExt cx="1600200" cy="323850"/>
          </a:xfrm>
        </p:grpSpPr>
        <p:sp>
          <p:nvSpPr>
            <p:cNvPr id="46" name="object 46"/>
            <p:cNvSpPr/>
            <p:nvPr/>
          </p:nvSpPr>
          <p:spPr>
            <a:xfrm>
              <a:off x="10401299" y="10544174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599" y="10639424"/>
              <a:ext cx="133349" cy="133349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0689232" y="10646574"/>
            <a:ext cx="1210945" cy="13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z="1000" spc="-40" dirty="0">
                <a:solidFill>
                  <a:srgbClr val="FFFFFF"/>
                </a:solidFill>
                <a:latin typeface="Verdana"/>
                <a:cs typeface="Verdana"/>
              </a:rPr>
              <a:t>Made</a:t>
            </a:r>
            <a:r>
              <a:rPr sz="10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Verdana"/>
                <a:cs typeface="Verdana"/>
              </a:rPr>
              <a:t>Genspark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1503051"/>
            <a:ext cx="2411730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50" spc="-70" dirty="0">
                <a:latin typeface="Arial"/>
                <a:cs typeface="Arial"/>
              </a:rPr>
              <a:t>Security</a:t>
            </a:r>
            <a:r>
              <a:rPr sz="2350" spc="-4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Features</a:t>
            </a:r>
            <a:endParaRPr sz="2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0" y="1503051"/>
            <a:ext cx="2004060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CI/CD</a:t>
            </a:r>
            <a:r>
              <a:rPr sz="23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50" b="1" spc="-20" dirty="0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67499" y="2552699"/>
            <a:ext cx="571500" cy="2178050"/>
            <a:chOff x="6667499" y="2552699"/>
            <a:chExt cx="571500" cy="2178050"/>
          </a:xfrm>
        </p:grpSpPr>
        <p:sp>
          <p:nvSpPr>
            <p:cNvPr id="5" name="object 5"/>
            <p:cNvSpPr/>
            <p:nvPr/>
          </p:nvSpPr>
          <p:spPr>
            <a:xfrm>
              <a:off x="6667499" y="25526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3"/>
                  </a:lnTo>
                  <a:lnTo>
                    <a:pt x="285749" y="0"/>
                  </a:lnTo>
                  <a:lnTo>
                    <a:pt x="299771" y="343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949" y="2727721"/>
              <a:ext cx="221456" cy="2166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7070" y="3328987"/>
              <a:ext cx="174307" cy="2014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67499" y="37528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7"/>
                  </a:lnTo>
                  <a:lnTo>
                    <a:pt x="64862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0478" y="3938587"/>
              <a:ext cx="285750" cy="200660"/>
            </a:xfrm>
            <a:custGeom>
              <a:avLst/>
              <a:gdLst/>
              <a:ahLst/>
              <a:cxnLst/>
              <a:rect l="l" t="t" r="r" b="b"/>
              <a:pathLst>
                <a:path w="285750" h="200660">
                  <a:moveTo>
                    <a:pt x="86380" y="59293"/>
                  </a:moveTo>
                  <a:lnTo>
                    <a:pt x="56867" y="59293"/>
                  </a:lnTo>
                  <a:lnTo>
                    <a:pt x="56867" y="32459"/>
                  </a:lnTo>
                  <a:lnTo>
                    <a:pt x="86380" y="32459"/>
                  </a:lnTo>
                  <a:lnTo>
                    <a:pt x="86380" y="59293"/>
                  </a:lnTo>
                  <a:close/>
                </a:path>
                <a:path w="285750" h="200660">
                  <a:moveTo>
                    <a:pt x="121250" y="59293"/>
                  </a:moveTo>
                  <a:lnTo>
                    <a:pt x="91737" y="59293"/>
                  </a:lnTo>
                  <a:lnTo>
                    <a:pt x="91737" y="32459"/>
                  </a:lnTo>
                  <a:lnTo>
                    <a:pt x="121250" y="32459"/>
                  </a:lnTo>
                  <a:lnTo>
                    <a:pt x="121250" y="59293"/>
                  </a:lnTo>
                  <a:close/>
                </a:path>
                <a:path w="285750" h="200660">
                  <a:moveTo>
                    <a:pt x="156120" y="59293"/>
                  </a:moveTo>
                  <a:lnTo>
                    <a:pt x="126608" y="59293"/>
                  </a:lnTo>
                  <a:lnTo>
                    <a:pt x="126608" y="32459"/>
                  </a:lnTo>
                  <a:lnTo>
                    <a:pt x="156120" y="32459"/>
                  </a:lnTo>
                  <a:lnTo>
                    <a:pt x="156120" y="59293"/>
                  </a:lnTo>
                  <a:close/>
                </a:path>
                <a:path w="285750" h="200660">
                  <a:moveTo>
                    <a:pt x="274072" y="98315"/>
                  </a:moveTo>
                  <a:lnTo>
                    <a:pt x="205144" y="98315"/>
                  </a:lnTo>
                  <a:lnTo>
                    <a:pt x="212779" y="95458"/>
                  </a:lnTo>
                  <a:lnTo>
                    <a:pt x="216664" y="93359"/>
                  </a:lnTo>
                  <a:lnTo>
                    <a:pt x="212056" y="82175"/>
                  </a:lnTo>
                  <a:lnTo>
                    <a:pt x="211111" y="69785"/>
                  </a:lnTo>
                  <a:lnTo>
                    <a:pt x="213232" y="58266"/>
                  </a:lnTo>
                  <a:lnTo>
                    <a:pt x="213355" y="57596"/>
                  </a:lnTo>
                  <a:lnTo>
                    <a:pt x="218316" y="47014"/>
                  </a:lnTo>
                  <a:lnTo>
                    <a:pt x="222468" y="40764"/>
                  </a:lnTo>
                  <a:lnTo>
                    <a:pt x="228719" y="44916"/>
                  </a:lnTo>
                  <a:lnTo>
                    <a:pt x="235975" y="51394"/>
                  </a:lnTo>
                  <a:lnTo>
                    <a:pt x="241427" y="58266"/>
                  </a:lnTo>
                  <a:lnTo>
                    <a:pt x="245112" y="65573"/>
                  </a:lnTo>
                  <a:lnTo>
                    <a:pt x="247069" y="73357"/>
                  </a:lnTo>
                  <a:lnTo>
                    <a:pt x="268116" y="73357"/>
                  </a:lnTo>
                  <a:lnTo>
                    <a:pt x="273496" y="74393"/>
                  </a:lnTo>
                  <a:lnTo>
                    <a:pt x="279707" y="77107"/>
                  </a:lnTo>
                  <a:lnTo>
                    <a:pt x="285646" y="81081"/>
                  </a:lnTo>
                  <a:lnTo>
                    <a:pt x="282520" y="87600"/>
                  </a:lnTo>
                  <a:lnTo>
                    <a:pt x="281850" y="88716"/>
                  </a:lnTo>
                  <a:lnTo>
                    <a:pt x="274072" y="98315"/>
                  </a:lnTo>
                  <a:close/>
                </a:path>
                <a:path w="285750" h="200660">
                  <a:moveTo>
                    <a:pt x="51554" y="91172"/>
                  </a:moveTo>
                  <a:lnTo>
                    <a:pt x="22041" y="91172"/>
                  </a:lnTo>
                  <a:lnTo>
                    <a:pt x="22041" y="64650"/>
                  </a:lnTo>
                  <a:lnTo>
                    <a:pt x="51554" y="64650"/>
                  </a:lnTo>
                  <a:lnTo>
                    <a:pt x="51554" y="91172"/>
                  </a:lnTo>
                  <a:close/>
                </a:path>
                <a:path w="285750" h="200660">
                  <a:moveTo>
                    <a:pt x="86380" y="91172"/>
                  </a:moveTo>
                  <a:lnTo>
                    <a:pt x="56867" y="91172"/>
                  </a:lnTo>
                  <a:lnTo>
                    <a:pt x="56867" y="64650"/>
                  </a:lnTo>
                  <a:lnTo>
                    <a:pt x="86380" y="64650"/>
                  </a:lnTo>
                  <a:lnTo>
                    <a:pt x="86380" y="91172"/>
                  </a:lnTo>
                  <a:close/>
                </a:path>
                <a:path w="285750" h="200660">
                  <a:moveTo>
                    <a:pt x="121250" y="91172"/>
                  </a:moveTo>
                  <a:lnTo>
                    <a:pt x="91737" y="91172"/>
                  </a:lnTo>
                  <a:lnTo>
                    <a:pt x="91737" y="64650"/>
                  </a:lnTo>
                  <a:lnTo>
                    <a:pt x="121250" y="64650"/>
                  </a:lnTo>
                  <a:lnTo>
                    <a:pt x="121250" y="91172"/>
                  </a:lnTo>
                  <a:close/>
                </a:path>
                <a:path w="285750" h="200660">
                  <a:moveTo>
                    <a:pt x="156120" y="91172"/>
                  </a:moveTo>
                  <a:lnTo>
                    <a:pt x="126608" y="91172"/>
                  </a:lnTo>
                  <a:lnTo>
                    <a:pt x="126608" y="64650"/>
                  </a:lnTo>
                  <a:lnTo>
                    <a:pt x="156120" y="64650"/>
                  </a:lnTo>
                  <a:lnTo>
                    <a:pt x="156120" y="91172"/>
                  </a:lnTo>
                  <a:close/>
                </a:path>
                <a:path w="285750" h="200660">
                  <a:moveTo>
                    <a:pt x="191036" y="91172"/>
                  </a:moveTo>
                  <a:lnTo>
                    <a:pt x="161523" y="91172"/>
                  </a:lnTo>
                  <a:lnTo>
                    <a:pt x="161523" y="64650"/>
                  </a:lnTo>
                  <a:lnTo>
                    <a:pt x="191036" y="64650"/>
                  </a:lnTo>
                  <a:lnTo>
                    <a:pt x="191036" y="91172"/>
                  </a:lnTo>
                  <a:close/>
                </a:path>
                <a:path w="285750" h="200660">
                  <a:moveTo>
                    <a:pt x="268116" y="73357"/>
                  </a:moveTo>
                  <a:lnTo>
                    <a:pt x="247069" y="73357"/>
                  </a:lnTo>
                  <a:lnTo>
                    <a:pt x="256068" y="72430"/>
                  </a:lnTo>
                  <a:lnTo>
                    <a:pt x="265247" y="72804"/>
                  </a:lnTo>
                  <a:lnTo>
                    <a:pt x="268116" y="73357"/>
                  </a:lnTo>
                  <a:close/>
                </a:path>
                <a:path w="285750" h="200660">
                  <a:moveTo>
                    <a:pt x="94461" y="200069"/>
                  </a:moveTo>
                  <a:lnTo>
                    <a:pt x="51576" y="192641"/>
                  </a:lnTo>
                  <a:lnTo>
                    <a:pt x="9801" y="153860"/>
                  </a:lnTo>
                  <a:lnTo>
                    <a:pt x="0" y="116170"/>
                  </a:lnTo>
                  <a:lnTo>
                    <a:pt x="844" y="100427"/>
                  </a:lnTo>
                  <a:lnTo>
                    <a:pt x="967" y="98137"/>
                  </a:lnTo>
                  <a:lnTo>
                    <a:pt x="195054" y="98137"/>
                  </a:lnTo>
                  <a:lnTo>
                    <a:pt x="205144" y="98315"/>
                  </a:lnTo>
                  <a:lnTo>
                    <a:pt x="274072" y="98315"/>
                  </a:lnTo>
                  <a:lnTo>
                    <a:pt x="272361" y="100427"/>
                  </a:lnTo>
                  <a:lnTo>
                    <a:pt x="261083" y="106458"/>
                  </a:lnTo>
                  <a:lnTo>
                    <a:pt x="249999" y="108663"/>
                  </a:lnTo>
                  <a:lnTo>
                    <a:pt x="241086" y="108897"/>
                  </a:lnTo>
                  <a:lnTo>
                    <a:pt x="217793" y="147950"/>
                  </a:lnTo>
                  <a:lnTo>
                    <a:pt x="185002" y="176534"/>
                  </a:lnTo>
                  <a:lnTo>
                    <a:pt x="143597" y="194093"/>
                  </a:lnTo>
                  <a:lnTo>
                    <a:pt x="94461" y="200069"/>
                  </a:lnTo>
                  <a:close/>
                </a:path>
                <a:path w="285750" h="200660">
                  <a:moveTo>
                    <a:pt x="156120" y="27101"/>
                  </a:moveTo>
                  <a:lnTo>
                    <a:pt x="126608" y="27101"/>
                  </a:lnTo>
                  <a:lnTo>
                    <a:pt x="126608" y="0"/>
                  </a:lnTo>
                  <a:lnTo>
                    <a:pt x="156120" y="0"/>
                  </a:lnTo>
                  <a:lnTo>
                    <a:pt x="156120" y="27101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7070" y="4529137"/>
              <a:ext cx="174307" cy="20140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16800" y="2535316"/>
            <a:ext cx="2904490" cy="535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Source</a:t>
            </a: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code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Lucida Sans"/>
                <a:cs typeface="Lucida Sans"/>
              </a:rPr>
              <a:t>repository</a:t>
            </a: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Lucida Sans"/>
                <a:cs typeface="Lucida Sans"/>
              </a:rPr>
              <a:t>with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version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control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16800" y="3735466"/>
            <a:ext cx="2480945" cy="535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Docker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Containerized</a:t>
            </a:r>
            <a:r>
              <a:rPr sz="11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application</a:t>
            </a:r>
            <a:r>
              <a:rPr sz="11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packaging</a:t>
            </a:r>
            <a:endParaRPr sz="1150">
              <a:latin typeface="Lucida Sans"/>
              <a:cs typeface="Lucida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67499" y="4952999"/>
            <a:ext cx="571500" cy="571500"/>
            <a:chOff x="6667499" y="4952999"/>
            <a:chExt cx="571500" cy="571500"/>
          </a:xfrm>
        </p:grpSpPr>
        <p:sp>
          <p:nvSpPr>
            <p:cNvPr id="14" name="object 14"/>
            <p:cNvSpPr/>
            <p:nvPr/>
          </p:nvSpPr>
          <p:spPr>
            <a:xfrm>
              <a:off x="6667499" y="49529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4"/>
                  </a:lnTo>
                  <a:lnTo>
                    <a:pt x="115528" y="56233"/>
                  </a:lnTo>
                  <a:lnTo>
                    <a:pt x="151048" y="33741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7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9" y="5138737"/>
              <a:ext cx="200025" cy="20002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286124"/>
            <a:ext cx="5524499" cy="38100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416800" y="4935616"/>
            <a:ext cx="3136900" cy="535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Azure</a:t>
            </a:r>
            <a:r>
              <a:rPr sz="17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r>
              <a:rPr sz="17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Registry</a:t>
            </a:r>
            <a:r>
              <a:rPr sz="17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60" dirty="0">
                <a:solidFill>
                  <a:srgbClr val="FFFFFF"/>
                </a:solidFill>
                <a:latin typeface="Arial"/>
                <a:cs typeface="Arial"/>
              </a:rPr>
              <a:t>(ACR)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Private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Docker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image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repository</a:t>
            </a:r>
            <a:endParaRPr sz="1150">
              <a:latin typeface="Lucida Sans"/>
              <a:cs typeface="Lucida San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7070" y="5729287"/>
            <a:ext cx="174307" cy="20140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667499" y="6153149"/>
            <a:ext cx="571500" cy="571500"/>
            <a:chOff x="6667499" y="6153149"/>
            <a:chExt cx="571500" cy="571500"/>
          </a:xfrm>
        </p:grpSpPr>
        <p:sp>
          <p:nvSpPr>
            <p:cNvPr id="20" name="object 20"/>
            <p:cNvSpPr/>
            <p:nvPr/>
          </p:nvSpPr>
          <p:spPr>
            <a:xfrm>
              <a:off x="6667499" y="61531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6"/>
                  </a:lnTo>
                  <a:lnTo>
                    <a:pt x="202800" y="559195"/>
                  </a:lnTo>
                  <a:lnTo>
                    <a:pt x="163575" y="544065"/>
                  </a:lnTo>
                  <a:lnTo>
                    <a:pt x="126995" y="523341"/>
                  </a:lnTo>
                  <a:lnTo>
                    <a:pt x="93851" y="497477"/>
                  </a:lnTo>
                  <a:lnTo>
                    <a:pt x="64862" y="467027"/>
                  </a:lnTo>
                  <a:lnTo>
                    <a:pt x="40652" y="432654"/>
                  </a:lnTo>
                  <a:lnTo>
                    <a:pt x="21750" y="395100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4"/>
                  </a:lnTo>
                  <a:lnTo>
                    <a:pt x="115528" y="56233"/>
                  </a:lnTo>
                  <a:lnTo>
                    <a:pt x="151048" y="33741"/>
                  </a:lnTo>
                  <a:lnTo>
                    <a:pt x="189483" y="16703"/>
                  </a:lnTo>
                  <a:lnTo>
                    <a:pt x="230002" y="5489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89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10374" y="6338887"/>
              <a:ext cx="285750" cy="200025"/>
            </a:xfrm>
            <a:custGeom>
              <a:avLst/>
              <a:gdLst/>
              <a:ahLst/>
              <a:cxnLst/>
              <a:rect l="l" t="t" r="r" b="b"/>
              <a:pathLst>
                <a:path w="285750" h="200025">
                  <a:moveTo>
                    <a:pt x="228600" y="200025"/>
                  </a:moveTo>
                  <a:lnTo>
                    <a:pt x="64293" y="200025"/>
                  </a:lnTo>
                  <a:lnTo>
                    <a:pt x="39273" y="194970"/>
                  </a:lnTo>
                  <a:lnTo>
                    <a:pt x="18836" y="181188"/>
                  </a:lnTo>
                  <a:lnTo>
                    <a:pt x="5054" y="160751"/>
                  </a:lnTo>
                  <a:lnTo>
                    <a:pt x="0" y="135731"/>
                  </a:lnTo>
                  <a:lnTo>
                    <a:pt x="3195" y="115658"/>
                  </a:lnTo>
                  <a:lnTo>
                    <a:pt x="12099" y="98176"/>
                  </a:lnTo>
                  <a:lnTo>
                    <a:pt x="25692" y="84302"/>
                  </a:lnTo>
                  <a:lnTo>
                    <a:pt x="42951" y="75054"/>
                  </a:lnTo>
                  <a:lnTo>
                    <a:pt x="42862" y="72643"/>
                  </a:lnTo>
                  <a:lnTo>
                    <a:pt x="42862" y="71437"/>
                  </a:lnTo>
                  <a:lnTo>
                    <a:pt x="48474" y="43624"/>
                  </a:lnTo>
                  <a:lnTo>
                    <a:pt x="63780" y="20917"/>
                  </a:lnTo>
                  <a:lnTo>
                    <a:pt x="86486" y="5611"/>
                  </a:lnTo>
                  <a:lnTo>
                    <a:pt x="114300" y="0"/>
                  </a:lnTo>
                  <a:lnTo>
                    <a:pt x="133406" y="2581"/>
                  </a:lnTo>
                  <a:lnTo>
                    <a:pt x="150554" y="9867"/>
                  </a:lnTo>
                  <a:lnTo>
                    <a:pt x="165056" y="21171"/>
                  </a:lnTo>
                  <a:lnTo>
                    <a:pt x="176227" y="35808"/>
                  </a:lnTo>
                  <a:lnTo>
                    <a:pt x="183013" y="31253"/>
                  </a:lnTo>
                  <a:lnTo>
                    <a:pt x="191229" y="28575"/>
                  </a:lnTo>
                  <a:lnTo>
                    <a:pt x="200025" y="28575"/>
                  </a:lnTo>
                  <a:lnTo>
                    <a:pt x="216705" y="31944"/>
                  </a:lnTo>
                  <a:lnTo>
                    <a:pt x="230330" y="41132"/>
                  </a:lnTo>
                  <a:lnTo>
                    <a:pt x="239517" y="54757"/>
                  </a:lnTo>
                  <a:lnTo>
                    <a:pt x="242887" y="71437"/>
                  </a:lnTo>
                  <a:lnTo>
                    <a:pt x="242887" y="76884"/>
                  </a:lnTo>
                  <a:lnTo>
                    <a:pt x="241860" y="82108"/>
                  </a:lnTo>
                  <a:lnTo>
                    <a:pt x="240029" y="86885"/>
                  </a:lnTo>
                  <a:lnTo>
                    <a:pt x="258174" y="93970"/>
                  </a:lnTo>
                  <a:lnTo>
                    <a:pt x="272668" y="106492"/>
                  </a:lnTo>
                  <a:lnTo>
                    <a:pt x="282273" y="123208"/>
                  </a:lnTo>
                  <a:lnTo>
                    <a:pt x="285750" y="142875"/>
                  </a:lnTo>
                  <a:lnTo>
                    <a:pt x="281259" y="165121"/>
                  </a:lnTo>
                  <a:lnTo>
                    <a:pt x="269012" y="183287"/>
                  </a:lnTo>
                  <a:lnTo>
                    <a:pt x="250846" y="195534"/>
                  </a:lnTo>
                  <a:lnTo>
                    <a:pt x="228600" y="200025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16800" y="6135766"/>
            <a:ext cx="2843530" cy="5359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Azure</a:t>
            </a:r>
            <a:r>
              <a:rPr sz="17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r>
              <a:rPr sz="17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Apps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Auto-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scaling</a:t>
            </a:r>
            <a:r>
              <a:rPr sz="11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Lucida Sans"/>
                <a:cs typeface="Lucida Sans"/>
              </a:rPr>
              <a:t>serverless</a:t>
            </a:r>
            <a:r>
              <a:rPr sz="1150" spc="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container</a:t>
            </a:r>
            <a:r>
              <a:rPr sz="1150" spc="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platform</a:t>
            </a:r>
            <a:endParaRPr sz="1150">
              <a:latin typeface="Lucida Sans"/>
              <a:cs typeface="Lucida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1499" y="2209799"/>
            <a:ext cx="4953000" cy="933450"/>
            <a:chOff x="571499" y="2209799"/>
            <a:chExt cx="4953000" cy="933450"/>
          </a:xfrm>
        </p:grpSpPr>
        <p:sp>
          <p:nvSpPr>
            <p:cNvPr id="24" name="object 24"/>
            <p:cNvSpPr/>
            <p:nvPr/>
          </p:nvSpPr>
          <p:spPr>
            <a:xfrm>
              <a:off x="581024" y="2219324"/>
              <a:ext cx="4933950" cy="914400"/>
            </a:xfrm>
            <a:custGeom>
              <a:avLst/>
              <a:gdLst/>
              <a:ahLst/>
              <a:cxnLst/>
              <a:rect l="l" t="t" r="r" b="b"/>
              <a:pathLst>
                <a:path w="4933950" h="914400">
                  <a:moveTo>
                    <a:pt x="4800599" y="914399"/>
                  </a:moveTo>
                  <a:lnTo>
                    <a:pt x="133349" y="914399"/>
                  </a:lnTo>
                  <a:lnTo>
                    <a:pt x="126798" y="914239"/>
                  </a:lnTo>
                  <a:lnTo>
                    <a:pt x="88432" y="906608"/>
                  </a:lnTo>
                  <a:lnTo>
                    <a:pt x="53906" y="888153"/>
                  </a:lnTo>
                  <a:lnTo>
                    <a:pt x="26246" y="860492"/>
                  </a:lnTo>
                  <a:lnTo>
                    <a:pt x="7791" y="825966"/>
                  </a:lnTo>
                  <a:lnTo>
                    <a:pt x="160" y="787600"/>
                  </a:lnTo>
                  <a:lnTo>
                    <a:pt x="0" y="781049"/>
                  </a:lnTo>
                  <a:lnTo>
                    <a:pt x="0" y="133349"/>
                  </a:ln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9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9" y="5740"/>
                  </a:lnTo>
                  <a:lnTo>
                    <a:pt x="4874684" y="22473"/>
                  </a:lnTo>
                  <a:lnTo>
                    <a:pt x="4903680" y="48752"/>
                  </a:lnTo>
                  <a:lnTo>
                    <a:pt x="4923798" y="82318"/>
                  </a:lnTo>
                  <a:lnTo>
                    <a:pt x="4933308" y="120279"/>
                  </a:lnTo>
                  <a:lnTo>
                    <a:pt x="4933949" y="133349"/>
                  </a:lnTo>
                  <a:lnTo>
                    <a:pt x="4933949" y="781049"/>
                  </a:lnTo>
                  <a:lnTo>
                    <a:pt x="4928208" y="819759"/>
                  </a:lnTo>
                  <a:lnTo>
                    <a:pt x="4911475" y="855134"/>
                  </a:lnTo>
                  <a:lnTo>
                    <a:pt x="4885196" y="884131"/>
                  </a:lnTo>
                  <a:lnTo>
                    <a:pt x="4851629" y="904249"/>
                  </a:lnTo>
                  <a:lnTo>
                    <a:pt x="4813670" y="913759"/>
                  </a:lnTo>
                  <a:lnTo>
                    <a:pt x="4800599" y="914399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024" y="2219324"/>
              <a:ext cx="4933950" cy="914400"/>
            </a:xfrm>
            <a:custGeom>
              <a:avLst/>
              <a:gdLst/>
              <a:ahLst/>
              <a:cxnLst/>
              <a:rect l="l" t="t" r="r" b="b"/>
              <a:pathLst>
                <a:path w="4933950" h="914400">
                  <a:moveTo>
                    <a:pt x="0" y="781049"/>
                  </a:move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800599" y="0"/>
                  </a:lnTo>
                  <a:lnTo>
                    <a:pt x="4839309" y="5740"/>
                  </a:lnTo>
                  <a:lnTo>
                    <a:pt x="4874684" y="22473"/>
                  </a:lnTo>
                  <a:lnTo>
                    <a:pt x="4903680" y="48752"/>
                  </a:lnTo>
                  <a:lnTo>
                    <a:pt x="4923798" y="82318"/>
                  </a:lnTo>
                  <a:lnTo>
                    <a:pt x="4933308" y="120279"/>
                  </a:lnTo>
                  <a:lnTo>
                    <a:pt x="4933949" y="133349"/>
                  </a:lnTo>
                  <a:lnTo>
                    <a:pt x="4933949" y="781049"/>
                  </a:lnTo>
                  <a:lnTo>
                    <a:pt x="4928208" y="819759"/>
                  </a:lnTo>
                  <a:lnTo>
                    <a:pt x="4911475" y="855134"/>
                  </a:lnTo>
                  <a:lnTo>
                    <a:pt x="4885196" y="884131"/>
                  </a:lnTo>
                  <a:lnTo>
                    <a:pt x="4851629" y="904249"/>
                  </a:lnTo>
                  <a:lnTo>
                    <a:pt x="4813670" y="913759"/>
                  </a:lnTo>
                  <a:lnTo>
                    <a:pt x="4800599" y="914399"/>
                  </a:lnTo>
                  <a:lnTo>
                    <a:pt x="133349" y="914399"/>
                  </a:lnTo>
                  <a:lnTo>
                    <a:pt x="94640" y="908659"/>
                  </a:lnTo>
                  <a:lnTo>
                    <a:pt x="59264" y="891925"/>
                  </a:lnTo>
                  <a:lnTo>
                    <a:pt x="30267" y="865646"/>
                  </a:lnTo>
                  <a:lnTo>
                    <a:pt x="10150" y="832080"/>
                  </a:lnTo>
                  <a:lnTo>
                    <a:pt x="640" y="794120"/>
                  </a:lnTo>
                  <a:lnTo>
                    <a:pt x="0" y="781049"/>
                  </a:lnTo>
                  <a:close/>
                </a:path>
              </a:pathLst>
            </a:custGeom>
            <a:ln w="19049">
              <a:solidFill>
                <a:srgbClr val="7E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1049" y="24383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6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6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924" y="2562224"/>
              <a:ext cx="200025" cy="2286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435099" y="2297350"/>
            <a:ext cx="3697604" cy="63119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JWT</a:t>
            </a:r>
            <a:r>
              <a:rPr sz="17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HTTPS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50" spc="-20" dirty="0">
                <a:solidFill>
                  <a:srgbClr val="D0D5DA"/>
                </a:solidFill>
                <a:latin typeface="Lucida Sans"/>
                <a:cs typeface="Lucida Sans"/>
              </a:rPr>
              <a:t>Secure</a:t>
            </a: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authentication </a:t>
            </a:r>
            <a:r>
              <a:rPr sz="1150" spc="-20" dirty="0">
                <a:solidFill>
                  <a:srgbClr val="D0D5DA"/>
                </a:solidFill>
                <a:latin typeface="Lucida Sans"/>
                <a:cs typeface="Lucida Sans"/>
              </a:rPr>
              <a:t>and</a:t>
            </a: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encrypted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communications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35099" y="3459400"/>
            <a:ext cx="3304540" cy="63119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Azure</a:t>
            </a:r>
            <a:r>
              <a:rPr sz="17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Blob</a:t>
            </a:r>
            <a:r>
              <a:rPr sz="17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55" dirty="0">
                <a:solidFill>
                  <a:srgbClr val="FFFFFF"/>
                </a:solidFill>
                <a:latin typeface="Arial"/>
                <a:cs typeface="Arial"/>
              </a:rPr>
              <a:t>SAS</a:t>
            </a: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URLs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50" spc="-30" dirty="0">
                <a:solidFill>
                  <a:srgbClr val="D0D5DA"/>
                </a:solidFill>
                <a:latin typeface="Lucida Sans"/>
                <a:cs typeface="Lucida Sans"/>
              </a:rPr>
              <a:t>Time-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limited,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35" dirty="0">
                <a:solidFill>
                  <a:srgbClr val="D0D5DA"/>
                </a:solidFill>
                <a:latin typeface="Lucida Sans"/>
                <a:cs typeface="Lucida Sans"/>
              </a:rPr>
              <a:t>secure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access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to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document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Lucida Sans"/>
                <a:cs typeface="Lucida Sans"/>
              </a:rPr>
              <a:t>storage</a:t>
            </a:r>
            <a:endParaRPr sz="115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35099" y="4621450"/>
            <a:ext cx="3382010" cy="63119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Role-based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5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sz="17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Granular</a:t>
            </a:r>
            <a:r>
              <a:rPr sz="1150" spc="-50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permissions </a:t>
            </a:r>
            <a:r>
              <a:rPr sz="1150" spc="-40" dirty="0">
                <a:solidFill>
                  <a:srgbClr val="D0D5DA"/>
                </a:solidFill>
                <a:latin typeface="Lucida Sans"/>
                <a:cs typeface="Lucida Sans"/>
              </a:rPr>
              <a:t>system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Lucida Sans"/>
                <a:cs typeface="Lucida Sans"/>
              </a:rPr>
              <a:t>for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Lucida Sans"/>
                <a:cs typeface="Lucida Sans"/>
              </a:rPr>
              <a:t>document</a:t>
            </a:r>
            <a:r>
              <a:rPr sz="1150" spc="-45" dirty="0">
                <a:solidFill>
                  <a:srgbClr val="D0D5DA"/>
                </a:solidFill>
                <a:latin typeface="Lucida Sans"/>
                <a:cs typeface="Lucida Sans"/>
              </a:rPr>
              <a:t> </a:t>
            </a:r>
            <a:r>
              <a:rPr sz="1150" spc="-20" dirty="0">
                <a:solidFill>
                  <a:srgbClr val="D0D5DA"/>
                </a:solidFill>
                <a:latin typeface="Lucida Sans"/>
                <a:cs typeface="Lucida Sans"/>
              </a:rPr>
              <a:t>access</a:t>
            </a:r>
            <a:endParaRPr sz="11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91623" y="5991224"/>
            <a:ext cx="2619375" cy="485775"/>
            <a:chOff x="9191623" y="5991224"/>
            <a:chExt cx="2619375" cy="485775"/>
          </a:xfrm>
        </p:grpSpPr>
        <p:sp>
          <p:nvSpPr>
            <p:cNvPr id="3" name="object 3"/>
            <p:cNvSpPr/>
            <p:nvPr/>
          </p:nvSpPr>
          <p:spPr>
            <a:xfrm>
              <a:off x="9191623" y="5991224"/>
              <a:ext cx="2619375" cy="485775"/>
            </a:xfrm>
            <a:custGeom>
              <a:avLst/>
              <a:gdLst/>
              <a:ahLst/>
              <a:cxnLst/>
              <a:rect l="l" t="t" r="r" b="b"/>
              <a:pathLst>
                <a:path w="2619375" h="485775">
                  <a:moveTo>
                    <a:pt x="2548178" y="485774"/>
                  </a:moveTo>
                  <a:lnTo>
                    <a:pt x="71196" y="485774"/>
                  </a:lnTo>
                  <a:lnTo>
                    <a:pt x="66241" y="485286"/>
                  </a:lnTo>
                  <a:lnTo>
                    <a:pt x="29704" y="470152"/>
                  </a:lnTo>
                  <a:lnTo>
                    <a:pt x="3885" y="434112"/>
                  </a:lnTo>
                  <a:lnTo>
                    <a:pt x="0" y="414577"/>
                  </a:lnTo>
                  <a:lnTo>
                    <a:pt x="0" y="40957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548178" y="0"/>
                  </a:lnTo>
                  <a:lnTo>
                    <a:pt x="2589670" y="15621"/>
                  </a:lnTo>
                  <a:lnTo>
                    <a:pt x="2615489" y="51661"/>
                  </a:lnTo>
                  <a:lnTo>
                    <a:pt x="2619375" y="71196"/>
                  </a:lnTo>
                  <a:lnTo>
                    <a:pt x="2619375" y="414577"/>
                  </a:lnTo>
                  <a:lnTo>
                    <a:pt x="2603753" y="456069"/>
                  </a:lnTo>
                  <a:lnTo>
                    <a:pt x="2567713" y="481888"/>
                  </a:lnTo>
                  <a:lnTo>
                    <a:pt x="2553134" y="485286"/>
                  </a:lnTo>
                  <a:lnTo>
                    <a:pt x="2548178" y="485774"/>
                  </a:lnTo>
                  <a:close/>
                </a:path>
              </a:pathLst>
            </a:custGeom>
            <a:solidFill>
              <a:srgbClr val="7E0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224" y="6153149"/>
              <a:ext cx="171483" cy="17144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575849" y="6084632"/>
            <a:ext cx="2019300" cy="2527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spc="-2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MindDocs</a:t>
            </a:r>
            <a:r>
              <a:rPr sz="1450" spc="-13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sz="1450" spc="-8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live</a:t>
            </a:r>
            <a:r>
              <a:rPr sz="1450" spc="-125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sz="1450" spc="-3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web</a:t>
            </a:r>
            <a:r>
              <a:rPr sz="1450" spc="-125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sz="1450" spc="-25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app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34697" y="4152899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12156" y="28574"/>
                </a:moveTo>
                <a:lnTo>
                  <a:pt x="6894" y="28574"/>
                </a:lnTo>
                <a:lnTo>
                  <a:pt x="4649" y="27644"/>
                </a:lnTo>
                <a:lnTo>
                  <a:pt x="930" y="23924"/>
                </a:lnTo>
                <a:lnTo>
                  <a:pt x="0" y="21680"/>
                </a:lnTo>
                <a:lnTo>
                  <a:pt x="1" y="19049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6" y="0"/>
                </a:lnTo>
                <a:lnTo>
                  <a:pt x="14401" y="929"/>
                </a:lnTo>
                <a:lnTo>
                  <a:pt x="18120" y="4649"/>
                </a:lnTo>
                <a:lnTo>
                  <a:pt x="19051" y="6894"/>
                </a:lnTo>
                <a:lnTo>
                  <a:pt x="19051" y="21680"/>
                </a:lnTo>
                <a:lnTo>
                  <a:pt x="18120" y="23924"/>
                </a:lnTo>
                <a:lnTo>
                  <a:pt x="14401" y="27644"/>
                </a:lnTo>
                <a:lnTo>
                  <a:pt x="12156" y="28574"/>
                </a:lnTo>
                <a:close/>
              </a:path>
            </a:pathLst>
          </a:custGeom>
          <a:solidFill>
            <a:srgbClr val="00C8FF">
              <a:alpha val="290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0524" y="564832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1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1"/>
                </a:lnTo>
                <a:lnTo>
                  <a:pt x="16182" y="28574"/>
                </a:lnTo>
                <a:close/>
              </a:path>
            </a:pathLst>
          </a:custGeom>
          <a:solidFill>
            <a:srgbClr val="00C8FF">
              <a:alpha val="462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91349" y="419099"/>
            <a:ext cx="19050" cy="9525"/>
          </a:xfrm>
          <a:custGeom>
            <a:avLst/>
            <a:gdLst/>
            <a:ahLst/>
            <a:cxnLst/>
            <a:rect l="l" t="t" r="r" b="b"/>
            <a:pathLst>
              <a:path w="19050" h="9525">
                <a:moveTo>
                  <a:pt x="15603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5" y="7200"/>
                </a:lnTo>
                <a:lnTo>
                  <a:pt x="0" y="6077"/>
                </a:lnTo>
                <a:lnTo>
                  <a:pt x="0" y="4762"/>
                </a:lnTo>
                <a:lnTo>
                  <a:pt x="0" y="3447"/>
                </a:lnTo>
                <a:lnTo>
                  <a:pt x="465" y="2324"/>
                </a:lnTo>
                <a:lnTo>
                  <a:pt x="2324" y="464"/>
                </a:lnTo>
                <a:lnTo>
                  <a:pt x="3447" y="0"/>
                </a:lnTo>
                <a:lnTo>
                  <a:pt x="15603" y="0"/>
                </a:lnTo>
                <a:lnTo>
                  <a:pt x="16725" y="464"/>
                </a:lnTo>
                <a:lnTo>
                  <a:pt x="18585" y="2324"/>
                </a:lnTo>
                <a:lnTo>
                  <a:pt x="19050" y="3447"/>
                </a:lnTo>
                <a:lnTo>
                  <a:pt x="19050" y="6077"/>
                </a:lnTo>
                <a:lnTo>
                  <a:pt x="18585" y="7200"/>
                </a:lnTo>
                <a:lnTo>
                  <a:pt x="16725" y="9060"/>
                </a:lnTo>
                <a:lnTo>
                  <a:pt x="15603" y="9524"/>
                </a:lnTo>
                <a:close/>
              </a:path>
            </a:pathLst>
          </a:custGeom>
          <a:solidFill>
            <a:srgbClr val="00C8FF">
              <a:alpha val="4862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24649" y="333374"/>
            <a:ext cx="28575" cy="19050"/>
          </a:xfrm>
          <a:custGeom>
            <a:avLst/>
            <a:gdLst/>
            <a:ahLst/>
            <a:cxnLst/>
            <a:rect l="l" t="t" r="r" b="b"/>
            <a:pathLst>
              <a:path w="28575" h="19050">
                <a:moveTo>
                  <a:pt x="21680" y="19049"/>
                </a:move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9524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21680" y="0"/>
                </a:lnTo>
                <a:lnTo>
                  <a:pt x="23925" y="929"/>
                </a:lnTo>
                <a:lnTo>
                  <a:pt x="27644" y="4649"/>
                </a:lnTo>
                <a:lnTo>
                  <a:pt x="28574" y="6894"/>
                </a:lnTo>
                <a:lnTo>
                  <a:pt x="28574" y="12155"/>
                </a:lnTo>
                <a:lnTo>
                  <a:pt x="27644" y="14400"/>
                </a:lnTo>
                <a:lnTo>
                  <a:pt x="23925" y="18120"/>
                </a:lnTo>
                <a:lnTo>
                  <a:pt x="21680" y="19049"/>
                </a:lnTo>
                <a:close/>
              </a:path>
            </a:pathLst>
          </a:custGeom>
          <a:solidFill>
            <a:srgbClr val="00C8FF">
              <a:alpha val="768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96722" y="5362574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12156" y="28574"/>
                </a:moveTo>
                <a:lnTo>
                  <a:pt x="6894" y="28574"/>
                </a:lnTo>
                <a:lnTo>
                  <a:pt x="4649" y="27644"/>
                </a:lnTo>
                <a:lnTo>
                  <a:pt x="930" y="23924"/>
                </a:lnTo>
                <a:lnTo>
                  <a:pt x="0" y="21680"/>
                </a:lnTo>
                <a:lnTo>
                  <a:pt x="1" y="19049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6" y="0"/>
                </a:lnTo>
                <a:lnTo>
                  <a:pt x="14401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21680"/>
                </a:lnTo>
                <a:lnTo>
                  <a:pt x="18119" y="23924"/>
                </a:lnTo>
                <a:lnTo>
                  <a:pt x="14401" y="27644"/>
                </a:lnTo>
                <a:lnTo>
                  <a:pt x="12156" y="28574"/>
                </a:lnTo>
                <a:close/>
              </a:path>
            </a:pathLst>
          </a:custGeom>
          <a:solidFill>
            <a:srgbClr val="FFFFFF">
              <a:alpha val="3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573724" y="1712020"/>
            <a:ext cx="9763124" cy="6296024"/>
            <a:chOff x="1428749" y="779550"/>
            <a:chExt cx="9763124" cy="6296024"/>
          </a:xfrm>
        </p:grpSpPr>
        <p:sp>
          <p:nvSpPr>
            <p:cNvPr id="12" name="object 12"/>
            <p:cNvSpPr/>
            <p:nvPr/>
          </p:nvSpPr>
          <p:spPr>
            <a:xfrm>
              <a:off x="10325098" y="635317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6078" y="9524"/>
                  </a:moveTo>
                  <a:lnTo>
                    <a:pt x="3447" y="9524"/>
                  </a:lnTo>
                  <a:lnTo>
                    <a:pt x="2324" y="9059"/>
                  </a:lnTo>
                  <a:lnTo>
                    <a:pt x="465" y="7199"/>
                  </a:lnTo>
                  <a:lnTo>
                    <a:pt x="0" y="6076"/>
                  </a:lnTo>
                  <a:lnTo>
                    <a:pt x="0" y="3446"/>
                  </a:lnTo>
                  <a:lnTo>
                    <a:pt x="465" y="2324"/>
                  </a:lnTo>
                  <a:lnTo>
                    <a:pt x="2324" y="465"/>
                  </a:lnTo>
                  <a:lnTo>
                    <a:pt x="3447" y="0"/>
                  </a:lnTo>
                  <a:lnTo>
                    <a:pt x="6078" y="0"/>
                  </a:lnTo>
                  <a:lnTo>
                    <a:pt x="7200" y="465"/>
                  </a:lnTo>
                  <a:lnTo>
                    <a:pt x="9059" y="2324"/>
                  </a:lnTo>
                  <a:lnTo>
                    <a:pt x="9524" y="3446"/>
                  </a:lnTo>
                  <a:lnTo>
                    <a:pt x="9526" y="4762"/>
                  </a:lnTo>
                  <a:lnTo>
                    <a:pt x="9524" y="6076"/>
                  </a:lnTo>
                  <a:lnTo>
                    <a:pt x="9059" y="7199"/>
                  </a:lnTo>
                  <a:lnTo>
                    <a:pt x="7200" y="9059"/>
                  </a:lnTo>
                  <a:lnTo>
                    <a:pt x="6078" y="9524"/>
                  </a:lnTo>
                  <a:close/>
                </a:path>
              </a:pathLst>
            </a:custGeom>
            <a:solidFill>
              <a:srgbClr val="FFFFFF">
                <a:alpha val="552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8749" y="779550"/>
              <a:ext cx="8743867" cy="62960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001249" y="420052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2208" y="19049"/>
                  </a:moveTo>
                  <a:lnTo>
                    <a:pt x="6840" y="19049"/>
                  </a:lnTo>
                  <a:lnTo>
                    <a:pt x="4612" y="18127"/>
                  </a:lnTo>
                  <a:lnTo>
                    <a:pt x="922" y="14436"/>
                  </a:lnTo>
                  <a:lnTo>
                    <a:pt x="0" y="12208"/>
                  </a:lnTo>
                  <a:lnTo>
                    <a:pt x="0" y="9599"/>
                  </a:lnTo>
                  <a:lnTo>
                    <a:pt x="0" y="6840"/>
                  </a:lnTo>
                  <a:lnTo>
                    <a:pt x="922" y="4613"/>
                  </a:lnTo>
                  <a:lnTo>
                    <a:pt x="4612" y="922"/>
                  </a:lnTo>
                  <a:lnTo>
                    <a:pt x="6840" y="0"/>
                  </a:lnTo>
                  <a:lnTo>
                    <a:pt x="12208" y="0"/>
                  </a:lnTo>
                  <a:lnTo>
                    <a:pt x="14436" y="922"/>
                  </a:lnTo>
                  <a:lnTo>
                    <a:pt x="18126" y="4613"/>
                  </a:lnTo>
                  <a:lnTo>
                    <a:pt x="19049" y="6840"/>
                  </a:lnTo>
                  <a:lnTo>
                    <a:pt x="19049" y="12208"/>
                  </a:lnTo>
                  <a:lnTo>
                    <a:pt x="18126" y="14436"/>
                  </a:lnTo>
                  <a:lnTo>
                    <a:pt x="14436" y="18127"/>
                  </a:lnTo>
                  <a:lnTo>
                    <a:pt x="12208" y="19049"/>
                  </a:lnTo>
                  <a:close/>
                </a:path>
              </a:pathLst>
            </a:custGeom>
            <a:solidFill>
              <a:srgbClr val="00C8FF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58324" y="225742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3017" y="19049"/>
                  </a:moveTo>
                  <a:lnTo>
                    <a:pt x="6032" y="19049"/>
                  </a:lnTo>
                  <a:lnTo>
                    <a:pt x="4067" y="18236"/>
                  </a:lnTo>
                  <a:lnTo>
                    <a:pt x="813" y="14981"/>
                  </a:lnTo>
                  <a:lnTo>
                    <a:pt x="0" y="13017"/>
                  </a:lnTo>
                  <a:lnTo>
                    <a:pt x="0" y="10715"/>
                  </a:lnTo>
                  <a:lnTo>
                    <a:pt x="0" y="6032"/>
                  </a:lnTo>
                  <a:lnTo>
                    <a:pt x="813" y="4068"/>
                  </a:lnTo>
                  <a:lnTo>
                    <a:pt x="4067" y="813"/>
                  </a:lnTo>
                  <a:lnTo>
                    <a:pt x="6032" y="0"/>
                  </a:lnTo>
                  <a:lnTo>
                    <a:pt x="13017" y="0"/>
                  </a:lnTo>
                  <a:lnTo>
                    <a:pt x="14981" y="813"/>
                  </a:lnTo>
                  <a:lnTo>
                    <a:pt x="18236" y="4068"/>
                  </a:lnTo>
                  <a:lnTo>
                    <a:pt x="19049" y="6032"/>
                  </a:lnTo>
                  <a:lnTo>
                    <a:pt x="19049" y="13017"/>
                  </a:lnTo>
                  <a:lnTo>
                    <a:pt x="18236" y="14981"/>
                  </a:lnTo>
                  <a:lnTo>
                    <a:pt x="14981" y="18236"/>
                  </a:lnTo>
                  <a:lnTo>
                    <a:pt x="13017" y="19049"/>
                  </a:lnTo>
                  <a:close/>
                </a:path>
              </a:pathLst>
            </a:custGeom>
            <a:solidFill>
              <a:srgbClr val="FFFFFF">
                <a:alpha val="243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53773" y="144779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2545" y="38099"/>
                  </a:moveTo>
                  <a:lnTo>
                    <a:pt x="15556" y="38099"/>
                  </a:lnTo>
                  <a:lnTo>
                    <a:pt x="13267" y="37644"/>
                  </a:lnTo>
                  <a:lnTo>
                    <a:pt x="0" y="22544"/>
                  </a:lnTo>
                  <a:lnTo>
                    <a:pt x="1" y="20166"/>
                  </a:lnTo>
                  <a:lnTo>
                    <a:pt x="0" y="15555"/>
                  </a:lnTo>
                  <a:lnTo>
                    <a:pt x="15556" y="0"/>
                  </a:lnTo>
                  <a:lnTo>
                    <a:pt x="22545" y="0"/>
                  </a:lnTo>
                  <a:lnTo>
                    <a:pt x="38099" y="15555"/>
                  </a:lnTo>
                  <a:lnTo>
                    <a:pt x="38099" y="22544"/>
                  </a:lnTo>
                  <a:lnTo>
                    <a:pt x="24832" y="37644"/>
                  </a:lnTo>
                  <a:lnTo>
                    <a:pt x="22545" y="38099"/>
                  </a:lnTo>
                  <a:close/>
                </a:path>
              </a:pathLst>
            </a:custGeom>
            <a:solidFill>
              <a:srgbClr val="FFFFFF">
                <a:alpha val="392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72773" y="226694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4544" y="38099"/>
                  </a:moveTo>
                  <a:lnTo>
                    <a:pt x="13554" y="38099"/>
                  </a:lnTo>
                  <a:lnTo>
                    <a:pt x="11562" y="37703"/>
                  </a:lnTo>
                  <a:lnTo>
                    <a:pt x="0" y="24545"/>
                  </a:lnTo>
                  <a:lnTo>
                    <a:pt x="1" y="22473"/>
                  </a:lnTo>
                  <a:lnTo>
                    <a:pt x="0" y="13554"/>
                  </a:lnTo>
                  <a:lnTo>
                    <a:pt x="13554" y="0"/>
                  </a:lnTo>
                  <a:lnTo>
                    <a:pt x="24544" y="0"/>
                  </a:lnTo>
                  <a:lnTo>
                    <a:pt x="38099" y="13554"/>
                  </a:lnTo>
                  <a:lnTo>
                    <a:pt x="38099" y="24545"/>
                  </a:lnTo>
                  <a:lnTo>
                    <a:pt x="26537" y="37703"/>
                  </a:lnTo>
                  <a:lnTo>
                    <a:pt x="24544" y="38099"/>
                  </a:lnTo>
                  <a:close/>
                </a:path>
              </a:pathLst>
            </a:custGeom>
            <a:solidFill>
              <a:srgbClr val="00C8FF">
                <a:alpha val="792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77498" y="521969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6182" y="28574"/>
                  </a:moveTo>
                  <a:lnTo>
                    <a:pt x="12392" y="28574"/>
                  </a:lnTo>
                  <a:lnTo>
                    <a:pt x="10569" y="28211"/>
                  </a:lnTo>
                  <a:lnTo>
                    <a:pt x="0" y="1618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6182" y="0"/>
                  </a:lnTo>
                  <a:lnTo>
                    <a:pt x="28576" y="14287"/>
                  </a:lnTo>
                  <a:lnTo>
                    <a:pt x="28574" y="16182"/>
                  </a:lnTo>
                  <a:lnTo>
                    <a:pt x="16182" y="28574"/>
                  </a:lnTo>
                  <a:close/>
                </a:path>
              </a:pathLst>
            </a:custGeom>
            <a:solidFill>
              <a:srgbClr val="FFFFFF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00885">
              <a:lnSpc>
                <a:spcPct val="100000"/>
              </a:lnSpc>
              <a:spcBef>
                <a:spcPts val="125"/>
              </a:spcBef>
            </a:pPr>
            <a:r>
              <a:rPr sz="4250" b="0" spc="210" dirty="0">
                <a:latin typeface="Segoe UI Symbol"/>
                <a:cs typeface="Segoe UI Symbol"/>
              </a:rPr>
              <a:t>🚀</a:t>
            </a:r>
            <a:r>
              <a:rPr sz="4250" b="0" spc="-160" dirty="0">
                <a:latin typeface="Segoe UI Symbol"/>
                <a:cs typeface="Segoe UI Symbol"/>
              </a:rPr>
              <a:t> </a:t>
            </a:r>
            <a:r>
              <a:rPr spc="-484" dirty="0"/>
              <a:t>Live</a:t>
            </a:r>
            <a:r>
              <a:rPr spc="-390" dirty="0"/>
              <a:t> </a:t>
            </a:r>
            <a:r>
              <a:rPr spc="-555" dirty="0"/>
              <a:t>Demo</a:t>
            </a:r>
            <a:endParaRPr sz="425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32223" y="2396767"/>
            <a:ext cx="11499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00" dirty="0">
                <a:solidFill>
                  <a:srgbClr val="FFFFFF"/>
                </a:solidFill>
                <a:latin typeface="Lucida Sans"/>
                <a:cs typeface="Lucida Sans"/>
              </a:rPr>
              <a:t>Uploading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8392" y="2397125"/>
            <a:ext cx="2730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50" dirty="0">
                <a:solidFill>
                  <a:srgbClr val="00C8FF"/>
                </a:solidFill>
                <a:latin typeface="Liberation Sans"/>
                <a:cs typeface="Liberation Sans"/>
              </a:rPr>
              <a:t>→</a:t>
            </a:r>
            <a:endParaRPr sz="1950">
              <a:latin typeface="Liberation Sans"/>
              <a:cs typeface="Liberation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70810" y="2397125"/>
            <a:ext cx="2730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50" dirty="0">
                <a:solidFill>
                  <a:srgbClr val="00C8FF"/>
                </a:solidFill>
                <a:latin typeface="Liberation Sans"/>
                <a:cs typeface="Liberation Sans"/>
              </a:rPr>
              <a:t>→</a:t>
            </a:r>
            <a:endParaRPr sz="1950">
              <a:latin typeface="Liberation Sans"/>
              <a:cs typeface="Liberation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9935" y="2396767"/>
            <a:ext cx="97155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90" dirty="0">
                <a:solidFill>
                  <a:srgbClr val="FFFFFF"/>
                </a:solidFill>
                <a:latin typeface="Lucida Sans"/>
                <a:cs typeface="Lucida Sans"/>
              </a:rPr>
              <a:t>Chatting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07511" y="2397125"/>
            <a:ext cx="2730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50" dirty="0">
                <a:solidFill>
                  <a:srgbClr val="00C8FF"/>
                </a:solidFill>
                <a:latin typeface="Liberation Sans"/>
                <a:cs typeface="Liberation Sans"/>
              </a:rPr>
              <a:t>→</a:t>
            </a:r>
            <a:endParaRPr sz="1950">
              <a:latin typeface="Liberation Sans"/>
              <a:cs typeface="Liberation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26636" y="2396767"/>
            <a:ext cx="123317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35" dirty="0">
                <a:solidFill>
                  <a:srgbClr val="FFFFFF"/>
                </a:solidFill>
                <a:latin typeface="Lucida Sans"/>
                <a:cs typeface="Lucida Sans"/>
              </a:rPr>
              <a:t>Translating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00165" y="2396767"/>
            <a:ext cx="1724660" cy="1056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125"/>
              </a:spcBef>
            </a:pPr>
            <a:r>
              <a:rPr sz="1850" b="1" spc="-100" dirty="0">
                <a:solidFill>
                  <a:srgbClr val="FFFFFF"/>
                </a:solidFill>
                <a:latin typeface="Lucida Sans"/>
                <a:cs typeface="Lucida Sans"/>
              </a:rPr>
              <a:t>Summarizing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6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31190" algn="l"/>
              </a:tabLst>
            </a:pPr>
            <a:r>
              <a:rPr sz="1950" spc="-50" dirty="0">
                <a:solidFill>
                  <a:srgbClr val="00C8FF"/>
                </a:solidFill>
                <a:latin typeface="Liberation Sans"/>
                <a:cs typeface="Liberation Sans"/>
              </a:rPr>
              <a:t>→</a:t>
            </a:r>
            <a:r>
              <a:rPr sz="1950" dirty="0">
                <a:solidFill>
                  <a:srgbClr val="00C8FF"/>
                </a:solidFill>
                <a:latin typeface="Liberation Sans"/>
                <a:cs typeface="Liberation Sans"/>
              </a:rPr>
              <a:t>	</a:t>
            </a:r>
            <a:r>
              <a:rPr sz="2775" b="1" spc="-30" baseline="1501" dirty="0">
                <a:solidFill>
                  <a:srgbClr val="FFFFFF"/>
                </a:solidFill>
                <a:latin typeface="Lucida Sans"/>
                <a:cs typeface="Lucida Sans"/>
              </a:rPr>
              <a:t>Speaking</a:t>
            </a:r>
            <a:endParaRPr sz="2775" baseline="1501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03689" y="3130550"/>
            <a:ext cx="17119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1950" spc="-50" dirty="0">
                <a:solidFill>
                  <a:srgbClr val="00C8FF"/>
                </a:solidFill>
                <a:latin typeface="Liberation Sans"/>
                <a:cs typeface="Liberation Sans"/>
              </a:rPr>
              <a:t>→</a:t>
            </a:r>
            <a:r>
              <a:rPr sz="1950" dirty="0">
                <a:solidFill>
                  <a:srgbClr val="00C8FF"/>
                </a:solidFill>
                <a:latin typeface="Liberation Sans"/>
                <a:cs typeface="Liberation Sans"/>
              </a:rPr>
              <a:t>	</a:t>
            </a:r>
            <a:r>
              <a:rPr sz="2775" b="1" spc="-142" baseline="1501" dirty="0">
                <a:solidFill>
                  <a:srgbClr val="FFFFFF"/>
                </a:solidFill>
                <a:latin typeface="Lucida Sans"/>
                <a:cs typeface="Lucida Sans"/>
              </a:rPr>
              <a:t>Exporting</a:t>
            </a:r>
            <a:endParaRPr sz="2775" baseline="1501">
              <a:latin typeface="Lucida Sans"/>
              <a:cs typeface="Lucida Sans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BA8B6C49-3C03-D1FA-A055-ADEE59568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97" y="349565"/>
            <a:ext cx="1439072" cy="1541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90499"/>
            <a:ext cx="9905999" cy="6667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6865">
              <a:lnSpc>
                <a:spcPct val="100000"/>
              </a:lnSpc>
              <a:spcBef>
                <a:spcPts val="110"/>
              </a:spcBef>
            </a:pPr>
            <a:r>
              <a:rPr spc="-535" dirty="0"/>
              <a:t>Demo</a:t>
            </a:r>
            <a:r>
              <a:rPr spc="-400" dirty="0"/>
              <a:t> </a:t>
            </a:r>
            <a:r>
              <a:rPr spc="-434" dirty="0"/>
              <a:t>Highlights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8089" y="2063750"/>
            <a:ext cx="1102360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📄</a:t>
            </a:r>
            <a:endParaRPr sz="4250">
              <a:latin typeface="Segoe UI Symbol"/>
              <a:cs typeface="Segoe UI Symbol"/>
            </a:endParaRPr>
          </a:p>
          <a:p>
            <a:pPr marL="12700" marR="5080" algn="ctr">
              <a:lnSpc>
                <a:spcPct val="108600"/>
              </a:lnSpc>
              <a:spcBef>
                <a:spcPts val="1775"/>
              </a:spcBef>
            </a:pPr>
            <a:r>
              <a:rPr sz="1900" b="1" spc="-40" dirty="0">
                <a:solidFill>
                  <a:srgbClr val="FFFFFF"/>
                </a:solidFill>
                <a:latin typeface="Arial"/>
                <a:cs typeface="Arial"/>
              </a:rPr>
              <a:t>One-</a:t>
            </a:r>
            <a:r>
              <a:rPr sz="1900" b="1" spc="-70" dirty="0">
                <a:solidFill>
                  <a:srgbClr val="FFFFFF"/>
                </a:solidFill>
                <a:latin typeface="Arial"/>
                <a:cs typeface="Arial"/>
              </a:rPr>
              <a:t>Click </a:t>
            </a:r>
            <a:r>
              <a:rPr sz="1900" b="1" spc="-40" dirty="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966" y="3731957"/>
            <a:ext cx="1642745" cy="1214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210" marR="148590" algn="ctr">
              <a:lnSpc>
                <a:spcPct val="107800"/>
              </a:lnSpc>
            </a:pP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Generate </a:t>
            </a:r>
            <a:r>
              <a:rPr sz="1450" spc="-50" dirty="0">
                <a:solidFill>
                  <a:srgbClr val="DFDFDF"/>
                </a:solidFill>
                <a:latin typeface="Verdana"/>
                <a:cs typeface="Verdana"/>
              </a:rPr>
              <a:t>comprehensive 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document</a:t>
            </a:r>
            <a:endParaRPr sz="1450">
              <a:latin typeface="Verdana"/>
              <a:cs typeface="Verdana"/>
            </a:endParaRPr>
          </a:p>
          <a:p>
            <a:pPr marL="12700" marR="5080" indent="-635" algn="ctr">
              <a:lnSpc>
                <a:spcPct val="107800"/>
              </a:lnSpc>
              <a:spcBef>
                <a:spcPts val="75"/>
              </a:spcBef>
            </a:pP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summaries</a:t>
            </a:r>
            <a:r>
              <a:rPr sz="1450" spc="-11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DFDFDF"/>
                </a:solidFill>
                <a:latin typeface="Verdana"/>
                <a:cs typeface="Verdana"/>
              </a:rPr>
              <a:t>with 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instant</a:t>
            </a:r>
            <a:r>
              <a:rPr sz="1450" spc="-9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dirty="0">
                <a:solidFill>
                  <a:srgbClr val="DFDFDF"/>
                </a:solidFill>
                <a:latin typeface="Verdana"/>
                <a:cs typeface="Verdana"/>
              </a:rPr>
              <a:t>PDF</a:t>
            </a:r>
            <a:r>
              <a:rPr sz="1450" spc="-8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export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8397" y="1828799"/>
            <a:ext cx="5400675" cy="3419475"/>
            <a:chOff x="438397" y="1828799"/>
            <a:chExt cx="5400675" cy="3419475"/>
          </a:xfrm>
        </p:grpSpPr>
        <p:sp>
          <p:nvSpPr>
            <p:cNvPr id="7" name="object 7"/>
            <p:cNvSpPr/>
            <p:nvPr/>
          </p:nvSpPr>
          <p:spPr>
            <a:xfrm>
              <a:off x="438397" y="1828799"/>
              <a:ext cx="2362200" cy="28575"/>
            </a:xfrm>
            <a:custGeom>
              <a:avLst/>
              <a:gdLst/>
              <a:ahLst/>
              <a:cxnLst/>
              <a:rect l="l" t="t" r="r" b="b"/>
              <a:pathLst>
                <a:path w="2362200" h="28575">
                  <a:moveTo>
                    <a:pt x="2361703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2276226" y="0"/>
                  </a:lnTo>
                  <a:lnTo>
                    <a:pt x="2317639" y="6117"/>
                  </a:lnTo>
                  <a:lnTo>
                    <a:pt x="2355618" y="24056"/>
                  </a:lnTo>
                  <a:lnTo>
                    <a:pt x="2361703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62324" y="1828799"/>
              <a:ext cx="2476500" cy="3419475"/>
            </a:xfrm>
            <a:custGeom>
              <a:avLst/>
              <a:gdLst/>
              <a:ahLst/>
              <a:cxnLst/>
              <a:rect l="l" t="t" r="r" b="b"/>
              <a:pathLst>
                <a:path w="2476500" h="3419475">
                  <a:moveTo>
                    <a:pt x="2333624" y="3419474"/>
                  </a:moveTo>
                  <a:lnTo>
                    <a:pt x="142874" y="3419474"/>
                  </a:lnTo>
                  <a:lnTo>
                    <a:pt x="135855" y="3419302"/>
                  </a:lnTo>
                  <a:lnTo>
                    <a:pt x="94749" y="3411125"/>
                  </a:lnTo>
                  <a:lnTo>
                    <a:pt x="57756" y="3391353"/>
                  </a:lnTo>
                  <a:lnTo>
                    <a:pt x="28120" y="3361717"/>
                  </a:lnTo>
                  <a:lnTo>
                    <a:pt x="8348" y="3324724"/>
                  </a:lnTo>
                  <a:lnTo>
                    <a:pt x="171" y="3283618"/>
                  </a:lnTo>
                  <a:lnTo>
                    <a:pt x="0" y="3276599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333624" y="0"/>
                  </a:lnTo>
                  <a:lnTo>
                    <a:pt x="2375098" y="6150"/>
                  </a:lnTo>
                  <a:lnTo>
                    <a:pt x="2413000" y="24078"/>
                  </a:lnTo>
                  <a:lnTo>
                    <a:pt x="2444069" y="52234"/>
                  </a:lnTo>
                  <a:lnTo>
                    <a:pt x="2465623" y="88198"/>
                  </a:lnTo>
                  <a:lnTo>
                    <a:pt x="2475813" y="128870"/>
                  </a:lnTo>
                  <a:lnTo>
                    <a:pt x="2476499" y="142874"/>
                  </a:lnTo>
                  <a:lnTo>
                    <a:pt x="2476499" y="3276599"/>
                  </a:lnTo>
                  <a:lnTo>
                    <a:pt x="2470348" y="3318074"/>
                  </a:lnTo>
                  <a:lnTo>
                    <a:pt x="2452419" y="3355976"/>
                  </a:lnTo>
                  <a:lnTo>
                    <a:pt x="2424264" y="3387044"/>
                  </a:lnTo>
                  <a:lnTo>
                    <a:pt x="2388299" y="3408598"/>
                  </a:lnTo>
                  <a:lnTo>
                    <a:pt x="2347629" y="3418787"/>
                  </a:lnTo>
                  <a:lnTo>
                    <a:pt x="2333624" y="34194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8146" y="3819596"/>
              <a:ext cx="1905000" cy="1428750"/>
            </a:xfrm>
            <a:custGeom>
              <a:avLst/>
              <a:gdLst/>
              <a:ahLst/>
              <a:cxnLst/>
              <a:rect l="l" t="t" r="r" b="b"/>
              <a:pathLst>
                <a:path w="1905000" h="1428750">
                  <a:moveTo>
                    <a:pt x="1777298" y="1428678"/>
                  </a:moveTo>
                  <a:lnTo>
                    <a:pt x="127556" y="1428678"/>
                  </a:lnTo>
                  <a:lnTo>
                    <a:pt x="117971" y="1411709"/>
                  </a:lnTo>
                  <a:lnTo>
                    <a:pt x="96440" y="1370210"/>
                  </a:lnTo>
                  <a:lnTo>
                    <a:pt x="76972" y="1327706"/>
                  </a:lnTo>
                  <a:lnTo>
                    <a:pt x="59612" y="1284297"/>
                  </a:lnTo>
                  <a:lnTo>
                    <a:pt x="44404" y="1240089"/>
                  </a:lnTo>
                  <a:lnTo>
                    <a:pt x="31382" y="1195188"/>
                  </a:lnTo>
                  <a:lnTo>
                    <a:pt x="20580" y="1149702"/>
                  </a:lnTo>
                  <a:lnTo>
                    <a:pt x="12023" y="1103741"/>
                  </a:lnTo>
                  <a:lnTo>
                    <a:pt x="5731" y="1057415"/>
                  </a:lnTo>
                  <a:lnTo>
                    <a:pt x="1721" y="1010837"/>
                  </a:lnTo>
                  <a:lnTo>
                    <a:pt x="0" y="964117"/>
                  </a:lnTo>
                  <a:lnTo>
                    <a:pt x="0" y="940738"/>
                  </a:lnTo>
                  <a:lnTo>
                    <a:pt x="573" y="917369"/>
                  </a:lnTo>
                  <a:lnTo>
                    <a:pt x="3440" y="870707"/>
                  </a:lnTo>
                  <a:lnTo>
                    <a:pt x="8593" y="824240"/>
                  </a:lnTo>
                  <a:lnTo>
                    <a:pt x="16019" y="778083"/>
                  </a:lnTo>
                  <a:lnTo>
                    <a:pt x="25702" y="732345"/>
                  </a:lnTo>
                  <a:lnTo>
                    <a:pt x="37617" y="687138"/>
                  </a:lnTo>
                  <a:lnTo>
                    <a:pt x="51736" y="642570"/>
                  </a:lnTo>
                  <a:lnTo>
                    <a:pt x="68025" y="598748"/>
                  </a:lnTo>
                  <a:lnTo>
                    <a:pt x="86444" y="555779"/>
                  </a:lnTo>
                  <a:lnTo>
                    <a:pt x="106950" y="513765"/>
                  </a:lnTo>
                  <a:lnTo>
                    <a:pt x="129493" y="472808"/>
                  </a:lnTo>
                  <a:lnTo>
                    <a:pt x="154018" y="433006"/>
                  </a:lnTo>
                  <a:lnTo>
                    <a:pt x="180467" y="394455"/>
                  </a:lnTo>
                  <a:lnTo>
                    <a:pt x="208775" y="357249"/>
                  </a:lnTo>
                  <a:lnTo>
                    <a:pt x="238875" y="321477"/>
                  </a:lnTo>
                  <a:lnTo>
                    <a:pt x="270693" y="287225"/>
                  </a:lnTo>
                  <a:lnTo>
                    <a:pt x="304154" y="254575"/>
                  </a:lnTo>
                  <a:lnTo>
                    <a:pt x="339177" y="223606"/>
                  </a:lnTo>
                  <a:lnTo>
                    <a:pt x="375678" y="194393"/>
                  </a:lnTo>
                  <a:lnTo>
                    <a:pt x="413567" y="167007"/>
                  </a:lnTo>
                  <a:lnTo>
                    <a:pt x="452755" y="141512"/>
                  </a:lnTo>
                  <a:lnTo>
                    <a:pt x="493147" y="117971"/>
                  </a:lnTo>
                  <a:lnTo>
                    <a:pt x="534644" y="96441"/>
                  </a:lnTo>
                  <a:lnTo>
                    <a:pt x="577149" y="76972"/>
                  </a:lnTo>
                  <a:lnTo>
                    <a:pt x="620557" y="59613"/>
                  </a:lnTo>
                  <a:lnTo>
                    <a:pt x="664766" y="44404"/>
                  </a:lnTo>
                  <a:lnTo>
                    <a:pt x="709667" y="31383"/>
                  </a:lnTo>
                  <a:lnTo>
                    <a:pt x="755153" y="20581"/>
                  </a:lnTo>
                  <a:lnTo>
                    <a:pt x="801114" y="12023"/>
                  </a:lnTo>
                  <a:lnTo>
                    <a:pt x="847440" y="5732"/>
                  </a:lnTo>
                  <a:lnTo>
                    <a:pt x="894019" y="1720"/>
                  </a:lnTo>
                  <a:lnTo>
                    <a:pt x="940738" y="0"/>
                  </a:lnTo>
                  <a:lnTo>
                    <a:pt x="964117" y="0"/>
                  </a:lnTo>
                  <a:lnTo>
                    <a:pt x="1010836" y="1720"/>
                  </a:lnTo>
                  <a:lnTo>
                    <a:pt x="1057415" y="5732"/>
                  </a:lnTo>
                  <a:lnTo>
                    <a:pt x="1103741" y="12023"/>
                  </a:lnTo>
                  <a:lnTo>
                    <a:pt x="1149702" y="20581"/>
                  </a:lnTo>
                  <a:lnTo>
                    <a:pt x="1195188" y="31383"/>
                  </a:lnTo>
                  <a:lnTo>
                    <a:pt x="1240089" y="44404"/>
                  </a:lnTo>
                  <a:lnTo>
                    <a:pt x="1284297" y="59613"/>
                  </a:lnTo>
                  <a:lnTo>
                    <a:pt x="1327706" y="76972"/>
                  </a:lnTo>
                  <a:lnTo>
                    <a:pt x="1370211" y="96441"/>
                  </a:lnTo>
                  <a:lnTo>
                    <a:pt x="1411709" y="117971"/>
                  </a:lnTo>
                  <a:lnTo>
                    <a:pt x="1452100" y="141512"/>
                  </a:lnTo>
                  <a:lnTo>
                    <a:pt x="1491288" y="167007"/>
                  </a:lnTo>
                  <a:lnTo>
                    <a:pt x="1529178" y="194394"/>
                  </a:lnTo>
                  <a:lnTo>
                    <a:pt x="1565678" y="223606"/>
                  </a:lnTo>
                  <a:lnTo>
                    <a:pt x="1600701" y="254575"/>
                  </a:lnTo>
                  <a:lnTo>
                    <a:pt x="1634162" y="287225"/>
                  </a:lnTo>
                  <a:lnTo>
                    <a:pt x="1665981" y="321477"/>
                  </a:lnTo>
                  <a:lnTo>
                    <a:pt x="1696081" y="357249"/>
                  </a:lnTo>
                  <a:lnTo>
                    <a:pt x="1724388" y="394455"/>
                  </a:lnTo>
                  <a:lnTo>
                    <a:pt x="1750837" y="433005"/>
                  </a:lnTo>
                  <a:lnTo>
                    <a:pt x="1775362" y="472807"/>
                  </a:lnTo>
                  <a:lnTo>
                    <a:pt x="1797905" y="513765"/>
                  </a:lnTo>
                  <a:lnTo>
                    <a:pt x="1818410" y="555779"/>
                  </a:lnTo>
                  <a:lnTo>
                    <a:pt x="1836829" y="598748"/>
                  </a:lnTo>
                  <a:lnTo>
                    <a:pt x="1853118" y="642570"/>
                  </a:lnTo>
                  <a:lnTo>
                    <a:pt x="1867238" y="687138"/>
                  </a:lnTo>
                  <a:lnTo>
                    <a:pt x="1879153" y="732345"/>
                  </a:lnTo>
                  <a:lnTo>
                    <a:pt x="1888836" y="778083"/>
                  </a:lnTo>
                  <a:lnTo>
                    <a:pt x="1896262" y="824240"/>
                  </a:lnTo>
                  <a:lnTo>
                    <a:pt x="1901415" y="870707"/>
                  </a:lnTo>
                  <a:lnTo>
                    <a:pt x="1904282" y="917370"/>
                  </a:lnTo>
                  <a:lnTo>
                    <a:pt x="1904856" y="940738"/>
                  </a:lnTo>
                  <a:lnTo>
                    <a:pt x="1904856" y="964117"/>
                  </a:lnTo>
                  <a:lnTo>
                    <a:pt x="1903135" y="1010837"/>
                  </a:lnTo>
                  <a:lnTo>
                    <a:pt x="1899124" y="1057415"/>
                  </a:lnTo>
                  <a:lnTo>
                    <a:pt x="1892832" y="1103741"/>
                  </a:lnTo>
                  <a:lnTo>
                    <a:pt x="1884275" y="1149702"/>
                  </a:lnTo>
                  <a:lnTo>
                    <a:pt x="1873472" y="1195188"/>
                  </a:lnTo>
                  <a:lnTo>
                    <a:pt x="1860451" y="1240089"/>
                  </a:lnTo>
                  <a:lnTo>
                    <a:pt x="1845242" y="1284297"/>
                  </a:lnTo>
                  <a:lnTo>
                    <a:pt x="1827883" y="1327706"/>
                  </a:lnTo>
                  <a:lnTo>
                    <a:pt x="1808414" y="1370210"/>
                  </a:lnTo>
                  <a:lnTo>
                    <a:pt x="1786884" y="1411709"/>
                  </a:lnTo>
                  <a:lnTo>
                    <a:pt x="1777298" y="1428678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29285" y="2063750"/>
            <a:ext cx="1748789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💬</a:t>
            </a:r>
            <a:endParaRPr sz="425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  <a:spcBef>
                <a:spcPts val="1975"/>
              </a:spcBef>
            </a:pPr>
            <a:r>
              <a:rPr sz="1900" b="1" spc="-35" dirty="0">
                <a:solidFill>
                  <a:srgbClr val="FFFFFF"/>
                </a:solidFill>
                <a:latin typeface="Arial"/>
                <a:cs typeface="Arial"/>
              </a:rPr>
              <a:t>Streaming</a:t>
            </a:r>
            <a:r>
              <a:rPr sz="19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20" dirty="0">
                <a:solidFill>
                  <a:srgbClr val="FFFFFF"/>
                </a:solidFill>
                <a:latin typeface="Arial"/>
                <a:cs typeface="Arial"/>
              </a:rPr>
              <a:t>Chat</a:t>
            </a:r>
            <a:endParaRPr sz="1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1900" b="1" spc="-13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Arial"/>
                <a:cs typeface="Arial"/>
              </a:rPr>
              <a:t>TTS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1632" y="3731957"/>
            <a:ext cx="1824355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107800"/>
              </a:lnSpc>
            </a:pPr>
            <a:r>
              <a:rPr sz="1450" spc="-80" dirty="0">
                <a:solidFill>
                  <a:srgbClr val="DFDFDF"/>
                </a:solidFill>
                <a:latin typeface="Verdana"/>
                <a:cs typeface="Verdana"/>
              </a:rPr>
              <a:t>Real-</a:t>
            </a:r>
            <a:r>
              <a:rPr sz="1450" spc="-20" dirty="0">
                <a:solidFill>
                  <a:srgbClr val="DFDFDF"/>
                </a:solidFill>
                <a:latin typeface="Verdana"/>
                <a:cs typeface="Verdana"/>
              </a:rPr>
              <a:t>time </a:t>
            </a: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conversation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DFDFDF"/>
                </a:solidFill>
                <a:latin typeface="Verdana"/>
                <a:cs typeface="Verdana"/>
              </a:rPr>
              <a:t>with </a:t>
            </a: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token</a:t>
            </a:r>
            <a:r>
              <a:rPr sz="1450" spc="-10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streaming</a:t>
            </a:r>
            <a:r>
              <a:rPr sz="1450" spc="-9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DFDFDF"/>
                </a:solidFill>
                <a:latin typeface="Verdana"/>
                <a:cs typeface="Verdana"/>
              </a:rPr>
              <a:t>and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voice</a:t>
            </a:r>
            <a:r>
              <a:rPr sz="1450" spc="-135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playback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19722" y="1828799"/>
            <a:ext cx="5410200" cy="3419475"/>
            <a:chOff x="3419722" y="1828799"/>
            <a:chExt cx="5410200" cy="3419475"/>
          </a:xfrm>
        </p:grpSpPr>
        <p:sp>
          <p:nvSpPr>
            <p:cNvPr id="13" name="object 13"/>
            <p:cNvSpPr/>
            <p:nvPr/>
          </p:nvSpPr>
          <p:spPr>
            <a:xfrm>
              <a:off x="3419722" y="1828799"/>
              <a:ext cx="2362200" cy="28575"/>
            </a:xfrm>
            <a:custGeom>
              <a:avLst/>
              <a:gdLst/>
              <a:ahLst/>
              <a:cxnLst/>
              <a:rect l="l" t="t" r="r" b="b"/>
              <a:pathLst>
                <a:path w="2362200" h="28575">
                  <a:moveTo>
                    <a:pt x="2361703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2276227" y="0"/>
                  </a:lnTo>
                  <a:lnTo>
                    <a:pt x="2317639" y="6117"/>
                  </a:lnTo>
                  <a:lnTo>
                    <a:pt x="2355618" y="24056"/>
                  </a:lnTo>
                  <a:lnTo>
                    <a:pt x="2361703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53174" y="1828799"/>
              <a:ext cx="2476500" cy="3419475"/>
            </a:xfrm>
            <a:custGeom>
              <a:avLst/>
              <a:gdLst/>
              <a:ahLst/>
              <a:cxnLst/>
              <a:rect l="l" t="t" r="r" b="b"/>
              <a:pathLst>
                <a:path w="2476500" h="3419475">
                  <a:moveTo>
                    <a:pt x="2333624" y="3419474"/>
                  </a:moveTo>
                  <a:lnTo>
                    <a:pt x="142874" y="3419474"/>
                  </a:lnTo>
                  <a:lnTo>
                    <a:pt x="135855" y="3419302"/>
                  </a:lnTo>
                  <a:lnTo>
                    <a:pt x="94749" y="3411125"/>
                  </a:lnTo>
                  <a:lnTo>
                    <a:pt x="57756" y="3391353"/>
                  </a:lnTo>
                  <a:lnTo>
                    <a:pt x="28120" y="3361717"/>
                  </a:lnTo>
                  <a:lnTo>
                    <a:pt x="8347" y="3324724"/>
                  </a:lnTo>
                  <a:lnTo>
                    <a:pt x="171" y="3283618"/>
                  </a:lnTo>
                  <a:lnTo>
                    <a:pt x="0" y="3276599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333624" y="0"/>
                  </a:lnTo>
                  <a:lnTo>
                    <a:pt x="2375098" y="6150"/>
                  </a:lnTo>
                  <a:lnTo>
                    <a:pt x="2413000" y="24078"/>
                  </a:lnTo>
                  <a:lnTo>
                    <a:pt x="2444069" y="52234"/>
                  </a:lnTo>
                  <a:lnTo>
                    <a:pt x="2465623" y="88198"/>
                  </a:lnTo>
                  <a:lnTo>
                    <a:pt x="2475813" y="128870"/>
                  </a:lnTo>
                  <a:lnTo>
                    <a:pt x="2476499" y="142874"/>
                  </a:lnTo>
                  <a:lnTo>
                    <a:pt x="2476499" y="3276599"/>
                  </a:lnTo>
                  <a:lnTo>
                    <a:pt x="2470347" y="3318074"/>
                  </a:lnTo>
                  <a:lnTo>
                    <a:pt x="2452419" y="3355976"/>
                  </a:lnTo>
                  <a:lnTo>
                    <a:pt x="2424264" y="3387044"/>
                  </a:lnTo>
                  <a:lnTo>
                    <a:pt x="2388299" y="3408598"/>
                  </a:lnTo>
                  <a:lnTo>
                    <a:pt x="2347628" y="3418787"/>
                  </a:lnTo>
                  <a:lnTo>
                    <a:pt x="2333624" y="34194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38995" y="3819596"/>
              <a:ext cx="1905000" cy="1428750"/>
            </a:xfrm>
            <a:custGeom>
              <a:avLst/>
              <a:gdLst/>
              <a:ahLst/>
              <a:cxnLst/>
              <a:rect l="l" t="t" r="r" b="b"/>
              <a:pathLst>
                <a:path w="1905000" h="1428750">
                  <a:moveTo>
                    <a:pt x="1777298" y="1428678"/>
                  </a:moveTo>
                  <a:lnTo>
                    <a:pt x="127556" y="1428678"/>
                  </a:lnTo>
                  <a:lnTo>
                    <a:pt x="117971" y="1411709"/>
                  </a:lnTo>
                  <a:lnTo>
                    <a:pt x="96440" y="1370210"/>
                  </a:lnTo>
                  <a:lnTo>
                    <a:pt x="76971" y="1327706"/>
                  </a:lnTo>
                  <a:lnTo>
                    <a:pt x="59612" y="1284297"/>
                  </a:lnTo>
                  <a:lnTo>
                    <a:pt x="44404" y="1240089"/>
                  </a:lnTo>
                  <a:lnTo>
                    <a:pt x="31383" y="1195188"/>
                  </a:lnTo>
                  <a:lnTo>
                    <a:pt x="20580" y="1149702"/>
                  </a:lnTo>
                  <a:lnTo>
                    <a:pt x="12023" y="1103741"/>
                  </a:lnTo>
                  <a:lnTo>
                    <a:pt x="5731" y="1057415"/>
                  </a:lnTo>
                  <a:lnTo>
                    <a:pt x="1720" y="1010837"/>
                  </a:lnTo>
                  <a:lnTo>
                    <a:pt x="0" y="964117"/>
                  </a:lnTo>
                  <a:lnTo>
                    <a:pt x="0" y="940738"/>
                  </a:lnTo>
                  <a:lnTo>
                    <a:pt x="1720" y="894019"/>
                  </a:lnTo>
                  <a:lnTo>
                    <a:pt x="5731" y="847440"/>
                  </a:lnTo>
                  <a:lnTo>
                    <a:pt x="12022" y="801114"/>
                  </a:lnTo>
                  <a:lnTo>
                    <a:pt x="20580" y="755153"/>
                  </a:lnTo>
                  <a:lnTo>
                    <a:pt x="31382" y="709667"/>
                  </a:lnTo>
                  <a:lnTo>
                    <a:pt x="44403" y="664766"/>
                  </a:lnTo>
                  <a:lnTo>
                    <a:pt x="59612" y="620558"/>
                  </a:lnTo>
                  <a:lnTo>
                    <a:pt x="76971" y="577149"/>
                  </a:lnTo>
                  <a:lnTo>
                    <a:pt x="96440" y="534644"/>
                  </a:lnTo>
                  <a:lnTo>
                    <a:pt x="117971" y="493147"/>
                  </a:lnTo>
                  <a:lnTo>
                    <a:pt x="141512" y="452755"/>
                  </a:lnTo>
                  <a:lnTo>
                    <a:pt x="167006" y="413567"/>
                  </a:lnTo>
                  <a:lnTo>
                    <a:pt x="194394" y="375677"/>
                  </a:lnTo>
                  <a:lnTo>
                    <a:pt x="223607" y="339177"/>
                  </a:lnTo>
                  <a:lnTo>
                    <a:pt x="254575" y="304154"/>
                  </a:lnTo>
                  <a:lnTo>
                    <a:pt x="287225" y="270693"/>
                  </a:lnTo>
                  <a:lnTo>
                    <a:pt x="321476" y="238875"/>
                  </a:lnTo>
                  <a:lnTo>
                    <a:pt x="357249" y="208775"/>
                  </a:lnTo>
                  <a:lnTo>
                    <a:pt x="394455" y="180467"/>
                  </a:lnTo>
                  <a:lnTo>
                    <a:pt x="433006" y="154018"/>
                  </a:lnTo>
                  <a:lnTo>
                    <a:pt x="472808" y="129493"/>
                  </a:lnTo>
                  <a:lnTo>
                    <a:pt x="513765" y="106951"/>
                  </a:lnTo>
                  <a:lnTo>
                    <a:pt x="555779" y="86445"/>
                  </a:lnTo>
                  <a:lnTo>
                    <a:pt x="598748" y="68025"/>
                  </a:lnTo>
                  <a:lnTo>
                    <a:pt x="642570" y="51737"/>
                  </a:lnTo>
                  <a:lnTo>
                    <a:pt x="687138" y="37618"/>
                  </a:lnTo>
                  <a:lnTo>
                    <a:pt x="732345" y="25703"/>
                  </a:lnTo>
                  <a:lnTo>
                    <a:pt x="778082" y="16020"/>
                  </a:lnTo>
                  <a:lnTo>
                    <a:pt x="824240" y="8593"/>
                  </a:lnTo>
                  <a:lnTo>
                    <a:pt x="870707" y="3440"/>
                  </a:lnTo>
                  <a:lnTo>
                    <a:pt x="917370" y="573"/>
                  </a:lnTo>
                  <a:lnTo>
                    <a:pt x="940739" y="0"/>
                  </a:lnTo>
                  <a:lnTo>
                    <a:pt x="964117" y="0"/>
                  </a:lnTo>
                  <a:lnTo>
                    <a:pt x="1010837" y="1720"/>
                  </a:lnTo>
                  <a:lnTo>
                    <a:pt x="1057416" y="5732"/>
                  </a:lnTo>
                  <a:lnTo>
                    <a:pt x="1103741" y="12023"/>
                  </a:lnTo>
                  <a:lnTo>
                    <a:pt x="1149702" y="20581"/>
                  </a:lnTo>
                  <a:lnTo>
                    <a:pt x="1195188" y="31383"/>
                  </a:lnTo>
                  <a:lnTo>
                    <a:pt x="1240089" y="44404"/>
                  </a:lnTo>
                  <a:lnTo>
                    <a:pt x="1284297" y="59613"/>
                  </a:lnTo>
                  <a:lnTo>
                    <a:pt x="1327706" y="76972"/>
                  </a:lnTo>
                  <a:lnTo>
                    <a:pt x="1370210" y="96441"/>
                  </a:lnTo>
                  <a:lnTo>
                    <a:pt x="1411708" y="117971"/>
                  </a:lnTo>
                  <a:lnTo>
                    <a:pt x="1452099" y="141512"/>
                  </a:lnTo>
                  <a:lnTo>
                    <a:pt x="1491288" y="167007"/>
                  </a:lnTo>
                  <a:lnTo>
                    <a:pt x="1529178" y="194394"/>
                  </a:lnTo>
                  <a:lnTo>
                    <a:pt x="1565678" y="223606"/>
                  </a:lnTo>
                  <a:lnTo>
                    <a:pt x="1600701" y="254575"/>
                  </a:lnTo>
                  <a:lnTo>
                    <a:pt x="1634162" y="287225"/>
                  </a:lnTo>
                  <a:lnTo>
                    <a:pt x="1665980" y="321477"/>
                  </a:lnTo>
                  <a:lnTo>
                    <a:pt x="1696081" y="357249"/>
                  </a:lnTo>
                  <a:lnTo>
                    <a:pt x="1724388" y="394455"/>
                  </a:lnTo>
                  <a:lnTo>
                    <a:pt x="1750837" y="433005"/>
                  </a:lnTo>
                  <a:lnTo>
                    <a:pt x="1775362" y="472807"/>
                  </a:lnTo>
                  <a:lnTo>
                    <a:pt x="1797904" y="513765"/>
                  </a:lnTo>
                  <a:lnTo>
                    <a:pt x="1818409" y="555779"/>
                  </a:lnTo>
                  <a:lnTo>
                    <a:pt x="1836829" y="598748"/>
                  </a:lnTo>
                  <a:lnTo>
                    <a:pt x="1853118" y="642570"/>
                  </a:lnTo>
                  <a:lnTo>
                    <a:pt x="1867237" y="687138"/>
                  </a:lnTo>
                  <a:lnTo>
                    <a:pt x="1879152" y="732345"/>
                  </a:lnTo>
                  <a:lnTo>
                    <a:pt x="1888835" y="778083"/>
                  </a:lnTo>
                  <a:lnTo>
                    <a:pt x="1896262" y="824240"/>
                  </a:lnTo>
                  <a:lnTo>
                    <a:pt x="1901416" y="870707"/>
                  </a:lnTo>
                  <a:lnTo>
                    <a:pt x="1904283" y="917370"/>
                  </a:lnTo>
                  <a:lnTo>
                    <a:pt x="1904856" y="940738"/>
                  </a:lnTo>
                  <a:lnTo>
                    <a:pt x="1904856" y="964117"/>
                  </a:lnTo>
                  <a:lnTo>
                    <a:pt x="1903136" y="1010837"/>
                  </a:lnTo>
                  <a:lnTo>
                    <a:pt x="1899125" y="1057415"/>
                  </a:lnTo>
                  <a:lnTo>
                    <a:pt x="1892832" y="1103741"/>
                  </a:lnTo>
                  <a:lnTo>
                    <a:pt x="1884275" y="1149702"/>
                  </a:lnTo>
                  <a:lnTo>
                    <a:pt x="1873472" y="1195188"/>
                  </a:lnTo>
                  <a:lnTo>
                    <a:pt x="1860452" y="1240089"/>
                  </a:lnTo>
                  <a:lnTo>
                    <a:pt x="1845243" y="1284297"/>
                  </a:lnTo>
                  <a:lnTo>
                    <a:pt x="1827883" y="1327706"/>
                  </a:lnTo>
                  <a:lnTo>
                    <a:pt x="1808415" y="1370210"/>
                  </a:lnTo>
                  <a:lnTo>
                    <a:pt x="1786884" y="1411709"/>
                  </a:lnTo>
                  <a:lnTo>
                    <a:pt x="1777298" y="1428678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63767" y="2063750"/>
            <a:ext cx="1249045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🌐</a:t>
            </a:r>
            <a:endParaRPr sz="4250">
              <a:latin typeface="Segoe UI Symbol"/>
              <a:cs typeface="Segoe UI Symbol"/>
            </a:endParaRPr>
          </a:p>
          <a:p>
            <a:pPr marL="12065" marR="5080" algn="ctr">
              <a:lnSpc>
                <a:spcPct val="108600"/>
              </a:lnSpc>
              <a:spcBef>
                <a:spcPts val="1775"/>
              </a:spcBef>
            </a:pP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Agentic </a:t>
            </a:r>
            <a:r>
              <a:rPr sz="1900" b="1" spc="-70" dirty="0">
                <a:solidFill>
                  <a:srgbClr val="FFFFFF"/>
                </a:solidFill>
                <a:latin typeface="Arial"/>
                <a:cs typeface="Arial"/>
              </a:rPr>
              <a:t>Translation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6078" y="3731957"/>
            <a:ext cx="1403985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305" algn="just">
              <a:lnSpc>
                <a:spcPct val="107800"/>
              </a:lnSpc>
            </a:pPr>
            <a:r>
              <a:rPr sz="1450" spc="-45" dirty="0">
                <a:solidFill>
                  <a:srgbClr val="DFDFDF"/>
                </a:solidFill>
                <a:latin typeface="Verdana"/>
                <a:cs typeface="Verdana"/>
              </a:rPr>
              <a:t>Multi-</a:t>
            </a: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language </a:t>
            </a: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translation</a:t>
            </a:r>
            <a:r>
              <a:rPr sz="1450" spc="-5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DFDFDF"/>
                </a:solidFill>
                <a:latin typeface="Verdana"/>
                <a:cs typeface="Verdana"/>
              </a:rPr>
              <a:t>with </a:t>
            </a:r>
            <a:r>
              <a:rPr sz="1450" spc="-50" dirty="0">
                <a:solidFill>
                  <a:srgbClr val="DFDFDF"/>
                </a:solidFill>
                <a:latin typeface="Verdana"/>
                <a:cs typeface="Verdana"/>
              </a:rPr>
              <a:t>domain-</a:t>
            </a:r>
            <a:r>
              <a:rPr sz="1450" spc="-40" dirty="0">
                <a:solidFill>
                  <a:srgbClr val="DFDFDF"/>
                </a:solidFill>
                <a:latin typeface="Verdana"/>
                <a:cs typeface="Verdana"/>
              </a:rPr>
              <a:t>specific</a:t>
            </a:r>
            <a:endParaRPr sz="1450">
              <a:latin typeface="Verdana"/>
              <a:cs typeface="Verdana"/>
            </a:endParaRPr>
          </a:p>
          <a:p>
            <a:pPr marL="231140">
              <a:lnSpc>
                <a:spcPct val="100000"/>
              </a:lnSpc>
              <a:spcBef>
                <a:spcPts val="210"/>
              </a:spcBef>
            </a:pP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adaptation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10572" y="1828799"/>
            <a:ext cx="5400675" cy="3419475"/>
            <a:chOff x="6410572" y="1828799"/>
            <a:chExt cx="5400675" cy="3419475"/>
          </a:xfrm>
        </p:grpSpPr>
        <p:sp>
          <p:nvSpPr>
            <p:cNvPr id="19" name="object 19"/>
            <p:cNvSpPr/>
            <p:nvPr/>
          </p:nvSpPr>
          <p:spPr>
            <a:xfrm>
              <a:off x="6410572" y="1828799"/>
              <a:ext cx="2362200" cy="28575"/>
            </a:xfrm>
            <a:custGeom>
              <a:avLst/>
              <a:gdLst/>
              <a:ahLst/>
              <a:cxnLst/>
              <a:rect l="l" t="t" r="r" b="b"/>
              <a:pathLst>
                <a:path w="2362200" h="28575">
                  <a:moveTo>
                    <a:pt x="2361703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2276227" y="0"/>
                  </a:lnTo>
                  <a:lnTo>
                    <a:pt x="2317639" y="6117"/>
                  </a:lnTo>
                  <a:lnTo>
                    <a:pt x="2355618" y="24056"/>
                  </a:lnTo>
                  <a:lnTo>
                    <a:pt x="2361703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34499" y="1828799"/>
              <a:ext cx="2476500" cy="3419475"/>
            </a:xfrm>
            <a:custGeom>
              <a:avLst/>
              <a:gdLst/>
              <a:ahLst/>
              <a:cxnLst/>
              <a:rect l="l" t="t" r="r" b="b"/>
              <a:pathLst>
                <a:path w="2476500" h="3419475">
                  <a:moveTo>
                    <a:pt x="2333624" y="3419474"/>
                  </a:moveTo>
                  <a:lnTo>
                    <a:pt x="142874" y="3419474"/>
                  </a:lnTo>
                  <a:lnTo>
                    <a:pt x="135855" y="3419302"/>
                  </a:lnTo>
                  <a:lnTo>
                    <a:pt x="94748" y="3411125"/>
                  </a:lnTo>
                  <a:lnTo>
                    <a:pt x="57755" y="3391353"/>
                  </a:lnTo>
                  <a:lnTo>
                    <a:pt x="28119" y="3361717"/>
                  </a:lnTo>
                  <a:lnTo>
                    <a:pt x="8347" y="3324724"/>
                  </a:lnTo>
                  <a:lnTo>
                    <a:pt x="171" y="3283618"/>
                  </a:lnTo>
                  <a:lnTo>
                    <a:pt x="0" y="3276599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7" y="63497"/>
                  </a:lnTo>
                  <a:lnTo>
                    <a:pt x="52233" y="32429"/>
                  </a:lnTo>
                  <a:lnTo>
                    <a:pt x="88198" y="10875"/>
                  </a:lnTo>
                  <a:lnTo>
                    <a:pt x="128869" y="686"/>
                  </a:lnTo>
                  <a:lnTo>
                    <a:pt x="142874" y="0"/>
                  </a:lnTo>
                  <a:lnTo>
                    <a:pt x="2333624" y="0"/>
                  </a:lnTo>
                  <a:lnTo>
                    <a:pt x="2375098" y="6150"/>
                  </a:lnTo>
                  <a:lnTo>
                    <a:pt x="2412999" y="24078"/>
                  </a:lnTo>
                  <a:lnTo>
                    <a:pt x="2444069" y="52234"/>
                  </a:lnTo>
                  <a:lnTo>
                    <a:pt x="2465623" y="88198"/>
                  </a:lnTo>
                  <a:lnTo>
                    <a:pt x="2475813" y="128870"/>
                  </a:lnTo>
                  <a:lnTo>
                    <a:pt x="2476499" y="142874"/>
                  </a:lnTo>
                  <a:lnTo>
                    <a:pt x="2476499" y="3276599"/>
                  </a:lnTo>
                  <a:lnTo>
                    <a:pt x="2470349" y="3318074"/>
                  </a:lnTo>
                  <a:lnTo>
                    <a:pt x="2452419" y="3355976"/>
                  </a:lnTo>
                  <a:lnTo>
                    <a:pt x="2424263" y="3387044"/>
                  </a:lnTo>
                  <a:lnTo>
                    <a:pt x="2388299" y="3408598"/>
                  </a:lnTo>
                  <a:lnTo>
                    <a:pt x="2347628" y="3418787"/>
                  </a:lnTo>
                  <a:lnTo>
                    <a:pt x="2333624" y="3419474"/>
                  </a:lnTo>
                  <a:close/>
                </a:path>
              </a:pathLst>
            </a:custGeom>
            <a:solidFill>
              <a:srgbClr val="0E0E1D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620320" y="3819596"/>
              <a:ext cx="1905000" cy="1428750"/>
            </a:xfrm>
            <a:custGeom>
              <a:avLst/>
              <a:gdLst/>
              <a:ahLst/>
              <a:cxnLst/>
              <a:rect l="l" t="t" r="r" b="b"/>
              <a:pathLst>
                <a:path w="1905000" h="1428750">
                  <a:moveTo>
                    <a:pt x="1777296" y="1428678"/>
                  </a:moveTo>
                  <a:lnTo>
                    <a:pt x="127557" y="1428678"/>
                  </a:lnTo>
                  <a:lnTo>
                    <a:pt x="117971" y="1411709"/>
                  </a:lnTo>
                  <a:lnTo>
                    <a:pt x="96440" y="1370210"/>
                  </a:lnTo>
                  <a:lnTo>
                    <a:pt x="76971" y="1327706"/>
                  </a:lnTo>
                  <a:lnTo>
                    <a:pt x="59611" y="1284297"/>
                  </a:lnTo>
                  <a:lnTo>
                    <a:pt x="44403" y="1240089"/>
                  </a:lnTo>
                  <a:lnTo>
                    <a:pt x="31382" y="1195188"/>
                  </a:lnTo>
                  <a:lnTo>
                    <a:pt x="20579" y="1149702"/>
                  </a:lnTo>
                  <a:lnTo>
                    <a:pt x="12022" y="1103741"/>
                  </a:lnTo>
                  <a:lnTo>
                    <a:pt x="5731" y="1057415"/>
                  </a:lnTo>
                  <a:lnTo>
                    <a:pt x="1720" y="1010837"/>
                  </a:lnTo>
                  <a:lnTo>
                    <a:pt x="0" y="964117"/>
                  </a:lnTo>
                  <a:lnTo>
                    <a:pt x="0" y="940738"/>
                  </a:lnTo>
                  <a:lnTo>
                    <a:pt x="1720" y="894019"/>
                  </a:lnTo>
                  <a:lnTo>
                    <a:pt x="5731" y="847440"/>
                  </a:lnTo>
                  <a:lnTo>
                    <a:pt x="12022" y="801114"/>
                  </a:lnTo>
                  <a:lnTo>
                    <a:pt x="20579" y="755153"/>
                  </a:lnTo>
                  <a:lnTo>
                    <a:pt x="31381" y="709667"/>
                  </a:lnTo>
                  <a:lnTo>
                    <a:pt x="44403" y="664766"/>
                  </a:lnTo>
                  <a:lnTo>
                    <a:pt x="59611" y="620558"/>
                  </a:lnTo>
                  <a:lnTo>
                    <a:pt x="76971" y="577149"/>
                  </a:lnTo>
                  <a:lnTo>
                    <a:pt x="96440" y="534644"/>
                  </a:lnTo>
                  <a:lnTo>
                    <a:pt x="117971" y="493147"/>
                  </a:lnTo>
                  <a:lnTo>
                    <a:pt x="141511" y="452755"/>
                  </a:lnTo>
                  <a:lnTo>
                    <a:pt x="167005" y="413567"/>
                  </a:lnTo>
                  <a:lnTo>
                    <a:pt x="194392" y="375677"/>
                  </a:lnTo>
                  <a:lnTo>
                    <a:pt x="223606" y="339177"/>
                  </a:lnTo>
                  <a:lnTo>
                    <a:pt x="254575" y="304154"/>
                  </a:lnTo>
                  <a:lnTo>
                    <a:pt x="287225" y="270693"/>
                  </a:lnTo>
                  <a:lnTo>
                    <a:pt x="321476" y="238875"/>
                  </a:lnTo>
                  <a:lnTo>
                    <a:pt x="357250" y="208775"/>
                  </a:lnTo>
                  <a:lnTo>
                    <a:pt x="394455" y="180467"/>
                  </a:lnTo>
                  <a:lnTo>
                    <a:pt x="433005" y="154018"/>
                  </a:lnTo>
                  <a:lnTo>
                    <a:pt x="472808" y="129493"/>
                  </a:lnTo>
                  <a:lnTo>
                    <a:pt x="513765" y="106951"/>
                  </a:lnTo>
                  <a:lnTo>
                    <a:pt x="555779" y="86445"/>
                  </a:lnTo>
                  <a:lnTo>
                    <a:pt x="598748" y="68025"/>
                  </a:lnTo>
                  <a:lnTo>
                    <a:pt x="642568" y="51737"/>
                  </a:lnTo>
                  <a:lnTo>
                    <a:pt x="687138" y="37618"/>
                  </a:lnTo>
                  <a:lnTo>
                    <a:pt x="732344" y="25703"/>
                  </a:lnTo>
                  <a:lnTo>
                    <a:pt x="778082" y="16020"/>
                  </a:lnTo>
                  <a:lnTo>
                    <a:pt x="824241" y="8593"/>
                  </a:lnTo>
                  <a:lnTo>
                    <a:pt x="870707" y="3440"/>
                  </a:lnTo>
                  <a:lnTo>
                    <a:pt x="917370" y="573"/>
                  </a:lnTo>
                  <a:lnTo>
                    <a:pt x="940738" y="0"/>
                  </a:lnTo>
                  <a:lnTo>
                    <a:pt x="964117" y="0"/>
                  </a:lnTo>
                  <a:lnTo>
                    <a:pt x="1010837" y="1720"/>
                  </a:lnTo>
                  <a:lnTo>
                    <a:pt x="1057415" y="5732"/>
                  </a:lnTo>
                  <a:lnTo>
                    <a:pt x="1103741" y="12023"/>
                  </a:lnTo>
                  <a:lnTo>
                    <a:pt x="1149701" y="20581"/>
                  </a:lnTo>
                  <a:lnTo>
                    <a:pt x="1195187" y="31383"/>
                  </a:lnTo>
                  <a:lnTo>
                    <a:pt x="1240087" y="44404"/>
                  </a:lnTo>
                  <a:lnTo>
                    <a:pt x="1284295" y="59613"/>
                  </a:lnTo>
                  <a:lnTo>
                    <a:pt x="1327704" y="76972"/>
                  </a:lnTo>
                  <a:lnTo>
                    <a:pt x="1370209" y="96441"/>
                  </a:lnTo>
                  <a:lnTo>
                    <a:pt x="1411707" y="117971"/>
                  </a:lnTo>
                  <a:lnTo>
                    <a:pt x="1452098" y="141512"/>
                  </a:lnTo>
                  <a:lnTo>
                    <a:pt x="1491285" y="167007"/>
                  </a:lnTo>
                  <a:lnTo>
                    <a:pt x="1529175" y="194394"/>
                  </a:lnTo>
                  <a:lnTo>
                    <a:pt x="1565676" y="223606"/>
                  </a:lnTo>
                  <a:lnTo>
                    <a:pt x="1600700" y="254575"/>
                  </a:lnTo>
                  <a:lnTo>
                    <a:pt x="1634161" y="287225"/>
                  </a:lnTo>
                  <a:lnTo>
                    <a:pt x="1665980" y="321477"/>
                  </a:lnTo>
                  <a:lnTo>
                    <a:pt x="1696080" y="357249"/>
                  </a:lnTo>
                  <a:lnTo>
                    <a:pt x="1724388" y="394455"/>
                  </a:lnTo>
                  <a:lnTo>
                    <a:pt x="1750836" y="433005"/>
                  </a:lnTo>
                  <a:lnTo>
                    <a:pt x="1775360" y="472807"/>
                  </a:lnTo>
                  <a:lnTo>
                    <a:pt x="1797904" y="513765"/>
                  </a:lnTo>
                  <a:lnTo>
                    <a:pt x="1818409" y="555779"/>
                  </a:lnTo>
                  <a:lnTo>
                    <a:pt x="1836829" y="598748"/>
                  </a:lnTo>
                  <a:lnTo>
                    <a:pt x="1853118" y="642570"/>
                  </a:lnTo>
                  <a:lnTo>
                    <a:pt x="1867237" y="687138"/>
                  </a:lnTo>
                  <a:lnTo>
                    <a:pt x="1879152" y="732345"/>
                  </a:lnTo>
                  <a:lnTo>
                    <a:pt x="1888834" y="778083"/>
                  </a:lnTo>
                  <a:lnTo>
                    <a:pt x="1896261" y="824240"/>
                  </a:lnTo>
                  <a:lnTo>
                    <a:pt x="1901414" y="870707"/>
                  </a:lnTo>
                  <a:lnTo>
                    <a:pt x="1904282" y="917370"/>
                  </a:lnTo>
                  <a:lnTo>
                    <a:pt x="1904856" y="940738"/>
                  </a:lnTo>
                  <a:lnTo>
                    <a:pt x="1904856" y="964117"/>
                  </a:lnTo>
                  <a:lnTo>
                    <a:pt x="1903134" y="1010837"/>
                  </a:lnTo>
                  <a:lnTo>
                    <a:pt x="1899122" y="1057415"/>
                  </a:lnTo>
                  <a:lnTo>
                    <a:pt x="1892830" y="1103741"/>
                  </a:lnTo>
                  <a:lnTo>
                    <a:pt x="1884273" y="1149702"/>
                  </a:lnTo>
                  <a:lnTo>
                    <a:pt x="1873471" y="1195188"/>
                  </a:lnTo>
                  <a:lnTo>
                    <a:pt x="1860451" y="1240089"/>
                  </a:lnTo>
                  <a:lnTo>
                    <a:pt x="1845242" y="1284297"/>
                  </a:lnTo>
                  <a:lnTo>
                    <a:pt x="1827882" y="1327706"/>
                  </a:lnTo>
                  <a:lnTo>
                    <a:pt x="1808414" y="1370210"/>
                  </a:lnTo>
                  <a:lnTo>
                    <a:pt x="1786882" y="1411709"/>
                  </a:lnTo>
                  <a:lnTo>
                    <a:pt x="1777296" y="1428678"/>
                  </a:lnTo>
                  <a:close/>
                </a:path>
              </a:pathLst>
            </a:custGeom>
            <a:solidFill>
              <a:srgbClr val="00C8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719170" y="2063750"/>
            <a:ext cx="1706880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250" spc="160" dirty="0">
                <a:solidFill>
                  <a:srgbClr val="FFFFFF"/>
                </a:solidFill>
                <a:latin typeface="Segoe UI Symbol"/>
                <a:cs typeface="Segoe UI Symbol"/>
              </a:rPr>
              <a:t>📥</a:t>
            </a:r>
            <a:endParaRPr sz="4250">
              <a:latin typeface="Segoe UI Symbol"/>
              <a:cs typeface="Segoe UI Symbol"/>
            </a:endParaRPr>
          </a:p>
          <a:p>
            <a:pPr marL="12700" marR="5080" algn="ctr">
              <a:lnSpc>
                <a:spcPct val="108600"/>
              </a:lnSpc>
              <a:spcBef>
                <a:spcPts val="1775"/>
              </a:spcBef>
            </a:pPr>
            <a:r>
              <a:rPr sz="1900" b="1" spc="-105" dirty="0">
                <a:solidFill>
                  <a:srgbClr val="FFFFFF"/>
                </a:solidFill>
                <a:latin typeface="Arial"/>
                <a:cs typeface="Arial"/>
              </a:rPr>
              <a:t>Save</a:t>
            </a:r>
            <a:r>
              <a:rPr sz="19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85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9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40" dirty="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sz="1900" b="1" spc="-25" dirty="0">
                <a:solidFill>
                  <a:srgbClr val="FFFFFF"/>
                </a:solidFill>
                <a:latin typeface="Arial"/>
                <a:cs typeface="Arial"/>
              </a:rPr>
              <a:t>PDF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8294" y="3731957"/>
            <a:ext cx="1929130" cy="97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7800"/>
              </a:lnSpc>
            </a:pP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Export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0" dirty="0">
                <a:solidFill>
                  <a:srgbClr val="DFDFDF"/>
                </a:solidFill>
                <a:latin typeface="Verdana"/>
                <a:cs typeface="Verdana"/>
              </a:rPr>
              <a:t>all</a:t>
            </a:r>
            <a:r>
              <a:rPr sz="1450" spc="-13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interactions, </a:t>
            </a:r>
            <a:r>
              <a:rPr sz="1450" spc="-55" dirty="0">
                <a:solidFill>
                  <a:srgbClr val="DFDFDF"/>
                </a:solidFill>
                <a:latin typeface="Verdana"/>
                <a:cs typeface="Verdana"/>
              </a:rPr>
              <a:t>summaries</a:t>
            </a:r>
            <a:r>
              <a:rPr sz="1450" spc="-11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DFDFDF"/>
                </a:solidFill>
                <a:latin typeface="Verdana"/>
                <a:cs typeface="Verdana"/>
              </a:rPr>
              <a:t>and </a:t>
            </a:r>
            <a:r>
              <a:rPr sz="1450" spc="-65" dirty="0">
                <a:solidFill>
                  <a:srgbClr val="DFDFDF"/>
                </a:solidFill>
                <a:latin typeface="Verdana"/>
                <a:cs typeface="Verdana"/>
              </a:rPr>
              <a:t>translations</a:t>
            </a:r>
            <a:r>
              <a:rPr sz="1450" spc="-11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30" dirty="0">
                <a:solidFill>
                  <a:srgbClr val="DFDFDF"/>
                </a:solidFill>
                <a:latin typeface="Verdana"/>
                <a:cs typeface="Verdana"/>
              </a:rPr>
              <a:t>with</a:t>
            </a:r>
            <a:r>
              <a:rPr sz="1450" spc="-110" dirty="0">
                <a:solidFill>
                  <a:srgbClr val="DFDFDF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DFDFDF"/>
                </a:solidFill>
                <a:latin typeface="Verdana"/>
                <a:cs typeface="Verdana"/>
              </a:rPr>
              <a:t>one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450" spc="-10" dirty="0">
                <a:solidFill>
                  <a:srgbClr val="DFDFDF"/>
                </a:solidFill>
                <a:latin typeface="Verdana"/>
                <a:cs typeface="Verdana"/>
              </a:rPr>
              <a:t>click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391897" y="1828799"/>
            <a:ext cx="2609850" cy="4838700"/>
            <a:chOff x="9391897" y="1828799"/>
            <a:chExt cx="2609850" cy="4838700"/>
          </a:xfrm>
        </p:grpSpPr>
        <p:sp>
          <p:nvSpPr>
            <p:cNvPr id="25" name="object 25"/>
            <p:cNvSpPr/>
            <p:nvPr/>
          </p:nvSpPr>
          <p:spPr>
            <a:xfrm>
              <a:off x="9391897" y="1828799"/>
              <a:ext cx="2362200" cy="28575"/>
            </a:xfrm>
            <a:custGeom>
              <a:avLst/>
              <a:gdLst/>
              <a:ahLst/>
              <a:cxnLst/>
              <a:rect l="l" t="t" r="r" b="b"/>
              <a:pathLst>
                <a:path w="2362200" h="28575">
                  <a:moveTo>
                    <a:pt x="2361704" y="28574"/>
                  </a:moveTo>
                  <a:lnTo>
                    <a:pt x="0" y="28574"/>
                  </a:lnTo>
                  <a:lnTo>
                    <a:pt x="6084" y="24056"/>
                  </a:lnTo>
                  <a:lnTo>
                    <a:pt x="44064" y="6117"/>
                  </a:lnTo>
                  <a:lnTo>
                    <a:pt x="85477" y="0"/>
                  </a:lnTo>
                  <a:lnTo>
                    <a:pt x="2276227" y="0"/>
                  </a:lnTo>
                  <a:lnTo>
                    <a:pt x="2317639" y="6117"/>
                  </a:lnTo>
                  <a:lnTo>
                    <a:pt x="2355619" y="24056"/>
                  </a:lnTo>
                  <a:lnTo>
                    <a:pt x="2361704" y="28574"/>
                  </a:lnTo>
                  <a:close/>
                </a:path>
              </a:pathLst>
            </a:custGeom>
            <a:solidFill>
              <a:srgbClr val="7E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401299" y="6343649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559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1106" y="3887977"/>
            <a:ext cx="131000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65" dirty="0">
                <a:solidFill>
                  <a:srgbClr val="A0A0A0"/>
                </a:solidFill>
                <a:latin typeface="Verdana"/>
                <a:cs typeface="Verdana"/>
              </a:rPr>
              <a:t>Questions?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350" b="1" spc="-4015" dirty="0">
                <a:solidFill>
                  <a:srgbClr val="7E00FF"/>
                </a:solidFill>
                <a:latin typeface="Lucida Sans"/>
                <a:cs typeface="Lucida Sans"/>
              </a:rPr>
              <a:t>T</a:t>
            </a:r>
            <a:r>
              <a:rPr sz="5300" b="1" spc="-300" dirty="0">
                <a:latin typeface="Lucida Sans"/>
                <a:cs typeface="Lucida Sans"/>
              </a:rPr>
              <a:t>T</a:t>
            </a:r>
            <a:r>
              <a:rPr sz="5350" b="1" spc="-3835" dirty="0">
                <a:solidFill>
                  <a:srgbClr val="7E00FF"/>
                </a:solidFill>
                <a:latin typeface="Lucida Sans"/>
                <a:cs typeface="Lucida Sans"/>
              </a:rPr>
              <a:t>h</a:t>
            </a:r>
            <a:r>
              <a:rPr sz="5300" b="1" spc="-300" dirty="0">
                <a:latin typeface="Lucida Sans"/>
                <a:cs typeface="Lucida Sans"/>
              </a:rPr>
              <a:t>h</a:t>
            </a:r>
            <a:r>
              <a:rPr sz="5350" b="1" spc="-3454" dirty="0">
                <a:solidFill>
                  <a:srgbClr val="7E00FF"/>
                </a:solidFill>
                <a:latin typeface="Lucida Sans"/>
                <a:cs typeface="Lucida Sans"/>
              </a:rPr>
              <a:t>a</a:t>
            </a:r>
            <a:r>
              <a:rPr sz="5300" b="1" spc="-300" dirty="0">
                <a:latin typeface="Lucida Sans"/>
                <a:cs typeface="Lucida Sans"/>
              </a:rPr>
              <a:t>a</a:t>
            </a:r>
            <a:r>
              <a:rPr sz="5350" b="1" spc="-3835" dirty="0">
                <a:solidFill>
                  <a:srgbClr val="7E00FF"/>
                </a:solidFill>
                <a:latin typeface="Lucida Sans"/>
                <a:cs typeface="Lucida Sans"/>
              </a:rPr>
              <a:t>n</a:t>
            </a:r>
            <a:r>
              <a:rPr sz="5300" b="1" spc="-300" dirty="0">
                <a:latin typeface="Lucida Sans"/>
                <a:cs typeface="Lucida Sans"/>
              </a:rPr>
              <a:t>n</a:t>
            </a:r>
            <a:r>
              <a:rPr sz="5350" b="1" spc="-3720" dirty="0">
                <a:solidFill>
                  <a:srgbClr val="7E00FF"/>
                </a:solidFill>
                <a:latin typeface="Lucida Sans"/>
                <a:cs typeface="Lucida Sans"/>
              </a:rPr>
              <a:t>k</a:t>
            </a:r>
            <a:r>
              <a:rPr sz="5300" b="1" spc="-300" dirty="0">
                <a:latin typeface="Lucida Sans"/>
                <a:cs typeface="Lucida Sans"/>
              </a:rPr>
              <a:t>k </a:t>
            </a:r>
            <a:r>
              <a:rPr sz="5350" b="1" spc="-3829" dirty="0">
                <a:solidFill>
                  <a:srgbClr val="7E00FF"/>
                </a:solidFill>
                <a:latin typeface="Lucida Sans"/>
                <a:cs typeface="Lucida Sans"/>
              </a:rPr>
              <a:t>Y</a:t>
            </a:r>
            <a:r>
              <a:rPr sz="5300" b="1" spc="-470" dirty="0">
                <a:latin typeface="Lucida Sans"/>
                <a:cs typeface="Lucida Sans"/>
              </a:rPr>
              <a:t>Y</a:t>
            </a:r>
            <a:r>
              <a:rPr sz="5350" b="1" spc="-3560" dirty="0">
                <a:solidFill>
                  <a:srgbClr val="7E00FF"/>
                </a:solidFill>
                <a:latin typeface="Lucida Sans"/>
                <a:cs typeface="Lucida Sans"/>
              </a:rPr>
              <a:t>o</a:t>
            </a:r>
            <a:r>
              <a:rPr sz="5300" b="1" spc="-140" dirty="0">
                <a:latin typeface="Lucida Sans"/>
                <a:cs typeface="Lucida Sans"/>
              </a:rPr>
              <a:t>o</a:t>
            </a:r>
            <a:r>
              <a:rPr sz="5350" b="1" spc="-3690" dirty="0">
                <a:solidFill>
                  <a:srgbClr val="7E00FF"/>
                </a:solidFill>
                <a:latin typeface="Lucida Sans"/>
                <a:cs typeface="Lucida Sans"/>
              </a:rPr>
              <a:t>u</a:t>
            </a:r>
            <a:r>
              <a:rPr sz="5300" b="1" spc="-140" dirty="0">
                <a:latin typeface="Lucida Sans"/>
                <a:cs typeface="Lucida Sans"/>
              </a:rPr>
              <a:t>u</a:t>
            </a:r>
            <a:r>
              <a:rPr sz="5350" b="1" spc="-1480" dirty="0">
                <a:solidFill>
                  <a:srgbClr val="7E00FF"/>
                </a:solidFill>
                <a:latin typeface="Lucida Sans"/>
                <a:cs typeface="Lucida Sans"/>
              </a:rPr>
              <a:t>!</a:t>
            </a:r>
            <a:r>
              <a:rPr sz="5300" b="1" spc="-140" dirty="0">
                <a:latin typeface="Lucida Sans"/>
                <a:cs typeface="Lucida Sans"/>
              </a:rPr>
              <a:t>!</a:t>
            </a:r>
            <a:endParaRPr sz="5300">
              <a:latin typeface="Lucida Sans"/>
              <a:cs typeface="Lucida Sa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999" y="4952999"/>
            <a:ext cx="1143000" cy="1143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401299" y="6343649"/>
            <a:ext cx="1600200" cy="323850"/>
            <a:chOff x="10401299" y="6343649"/>
            <a:chExt cx="1600200" cy="323850"/>
          </a:xfrm>
        </p:grpSpPr>
        <p:sp>
          <p:nvSpPr>
            <p:cNvPr id="6" name="object 6"/>
            <p:cNvSpPr/>
            <p:nvPr/>
          </p:nvSpPr>
          <p:spPr>
            <a:xfrm>
              <a:off x="10401299" y="6343649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559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007569" y="6355962"/>
            <a:ext cx="217678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50" spc="-40" dirty="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sz="145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8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4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FFFFFF"/>
                </a:solidFill>
                <a:latin typeface="Verdana"/>
                <a:cs typeface="Verdana"/>
              </a:rPr>
              <a:t>MindDocs</a:t>
            </a:r>
            <a:r>
              <a:rPr sz="145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50" spc="-4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9"/>
              </a:lnSpc>
            </a:pPr>
            <a:r>
              <a:rPr spc="-40" dirty="0"/>
              <a:t>Made</a:t>
            </a:r>
            <a:r>
              <a:rPr spc="-100" dirty="0"/>
              <a:t> </a:t>
            </a:r>
            <a:r>
              <a:rPr spc="-40" dirty="0"/>
              <a:t>with</a:t>
            </a:r>
            <a:r>
              <a:rPr spc="-95" dirty="0"/>
              <a:t> </a:t>
            </a:r>
            <a:r>
              <a:rPr spc="-55" dirty="0"/>
              <a:t>Genspark</a:t>
            </a:r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0E894C3A-0C15-FBB7-E572-6103C1390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895" y="4952452"/>
            <a:ext cx="1142843" cy="1153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302bb9d-c59f-4161-b3a2-d26289f15b0a}" enabled="1" method="Standard" siteId="{93c825a6-ff29-4db8-bf65-f369fa31d7f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MindDocs AI</vt:lpstr>
      <vt:lpstr>The Productivity Drain</vt:lpstr>
      <vt:lpstr>One Platform, Instant Insights</vt:lpstr>
      <vt:lpstr>Why Users Love It</vt:lpstr>
      <vt:lpstr>Cloud-Native Architecture</vt:lpstr>
      <vt:lpstr>Battle-Tested Stack</vt:lpstr>
      <vt:lpstr>Chatbot &amp; Memory</vt:lpstr>
      <vt:lpstr>Summarization Flow</vt:lpstr>
      <vt:lpstr>Translation Pipeline (Agentic)</vt:lpstr>
      <vt:lpstr>Security Features</vt:lpstr>
      <vt:lpstr>🚀 Live Demo</vt:lpstr>
      <vt:lpstr>Demo Highlights</vt:lpstr>
      <vt:lpstr>TThhaannkk YYoouu!!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37</cp:revision>
  <dcterms:created xsi:type="dcterms:W3CDTF">2025-08-01T06:55:57Z</dcterms:created>
  <dcterms:modified xsi:type="dcterms:W3CDTF">2025-08-01T07:05:38Z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2025-08-01T00:00:00Z</vt:filetime>
  </property>
</Properties>
</file>